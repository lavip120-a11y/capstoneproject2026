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2"/>
  </p:notesMasterIdLst>
  <p:sldIdLst>
    <p:sldId id="257" r:id="rId2"/>
    <p:sldId id="287" r:id="rId3"/>
    <p:sldId id="288" r:id="rId4"/>
    <p:sldId id="289" r:id="rId5"/>
    <p:sldId id="290" r:id="rId6"/>
    <p:sldId id="270" r:id="rId7"/>
    <p:sldId id="291" r:id="rId8"/>
    <p:sldId id="292" r:id="rId9"/>
    <p:sldId id="295" r:id="rId10"/>
    <p:sldId id="296" r:id="rId11"/>
    <p:sldId id="297" r:id="rId12"/>
    <p:sldId id="298" r:id="rId13"/>
    <p:sldId id="299" r:id="rId14"/>
    <p:sldId id="301" r:id="rId15"/>
    <p:sldId id="300" r:id="rId16"/>
    <p:sldId id="302" r:id="rId17"/>
    <p:sldId id="303" r:id="rId18"/>
    <p:sldId id="304" r:id="rId19"/>
    <p:sldId id="293" r:id="rId20"/>
    <p:sldId id="294"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69AD64E-8252-4BFD-A7BA-69508C9C4871}" v="149" dt="2026-04-01T21:42:48.62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87190" autoAdjust="0"/>
  </p:normalViewPr>
  <p:slideViewPr>
    <p:cSldViewPr snapToGrid="0">
      <p:cViewPr varScale="1">
        <p:scale>
          <a:sx n="64" d="100"/>
          <a:sy n="64" d="100"/>
        </p:scale>
        <p:origin x="1426" y="346"/>
      </p:cViewPr>
      <p:guideLst/>
    </p:cSldViewPr>
  </p:slideViewPr>
  <p:notesTextViewPr>
    <p:cViewPr>
      <p:scale>
        <a:sx n="1" d="1"/>
        <a:sy n="1" d="1"/>
      </p:scale>
      <p:origin x="0" y="0"/>
    </p:cViewPr>
  </p:notesTextViewPr>
  <p:notesViewPr>
    <p:cSldViewPr snapToGrid="0">
      <p:cViewPr varScale="1">
        <p:scale>
          <a:sx n="62" d="100"/>
          <a:sy n="62" d="100"/>
        </p:scale>
        <p:origin x="3226" y="77"/>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vip poutu" userId="6973c6c7c0e02752" providerId="LiveId" clId="{877A38C1-9684-44EA-A468-158FE6698D72}"/>
    <pc:docChg chg="undo custSel addSld delSld modSld sldOrd addMainMaster delMainMaster modMainMaster">
      <pc:chgData name="lavip poutu" userId="6973c6c7c0e02752" providerId="LiveId" clId="{877A38C1-9684-44EA-A468-158FE6698D72}" dt="2026-04-02T00:07:30.339" v="11778" actId="255"/>
      <pc:docMkLst>
        <pc:docMk/>
      </pc:docMkLst>
      <pc:sldChg chg="addSp delSp modSp mod setBg modNotesTx">
        <pc:chgData name="lavip poutu" userId="6973c6c7c0e02752" providerId="LiveId" clId="{877A38C1-9684-44EA-A468-158FE6698D72}" dt="2026-04-01T06:29:33.829" v="10346" actId="20577"/>
        <pc:sldMkLst>
          <pc:docMk/>
          <pc:sldMk cId="1026068875" sldId="257"/>
        </pc:sldMkLst>
        <pc:spChg chg="mod">
          <ac:chgData name="lavip poutu" userId="6973c6c7c0e02752" providerId="LiveId" clId="{877A38C1-9684-44EA-A468-158FE6698D72}" dt="2026-03-29T01:42:22.130" v="734" actId="1076"/>
          <ac:spMkLst>
            <pc:docMk/>
            <pc:sldMk cId="1026068875" sldId="257"/>
            <ac:spMk id="2" creationId="{2A308BA3-5E21-B68B-B484-BBDA23E68F9E}"/>
          </ac:spMkLst>
        </pc:spChg>
        <pc:spChg chg="mod">
          <ac:chgData name="lavip poutu" userId="6973c6c7c0e02752" providerId="LiveId" clId="{877A38C1-9684-44EA-A468-158FE6698D72}" dt="2026-03-29T02:48:52.551" v="1000" actId="255"/>
          <ac:spMkLst>
            <pc:docMk/>
            <pc:sldMk cId="1026068875" sldId="257"/>
            <ac:spMk id="3" creationId="{E3A6642D-A3C6-992D-0574-D76D2703B51B}"/>
          </ac:spMkLst>
        </pc:spChg>
        <pc:spChg chg="mod">
          <ac:chgData name="lavip poutu" userId="6973c6c7c0e02752" providerId="LiveId" clId="{877A38C1-9684-44EA-A468-158FE6698D72}" dt="2026-03-27T23:17:02.728" v="141" actId="1076"/>
          <ac:spMkLst>
            <pc:docMk/>
            <pc:sldMk cId="1026068875" sldId="257"/>
            <ac:spMk id="4" creationId="{21285A94-A259-8B05-32B3-BA8EF2961477}"/>
          </ac:spMkLst>
        </pc:spChg>
        <pc:spChg chg="add">
          <ac:chgData name="lavip poutu" userId="6973c6c7c0e02752" providerId="LiveId" clId="{877A38C1-9684-44EA-A468-158FE6698D72}" dt="2026-03-27T23:15:43.094" v="123"/>
          <ac:spMkLst>
            <pc:docMk/>
            <pc:sldMk cId="1026068875" sldId="257"/>
            <ac:spMk id="6" creationId="{B86E8D1B-D2FE-CDE8-6EC3-85BDF994A13D}"/>
          </ac:spMkLst>
        </pc:spChg>
        <pc:picChg chg="add mod ord">
          <ac:chgData name="lavip poutu" userId="6973c6c7c0e02752" providerId="LiveId" clId="{877A38C1-9684-44EA-A468-158FE6698D72}" dt="2026-03-29T04:02:49.985" v="2465" actId="14100"/>
          <ac:picMkLst>
            <pc:docMk/>
            <pc:sldMk cId="1026068875" sldId="257"/>
            <ac:picMk id="8" creationId="{5DEBE138-2C15-53AA-BAB7-6DF8A30B9504}"/>
          </ac:picMkLst>
        </pc:picChg>
      </pc:sldChg>
      <pc:sldChg chg="addSp delSp modSp mod setBg modNotesTx">
        <pc:chgData name="lavip poutu" userId="6973c6c7c0e02752" providerId="LiveId" clId="{877A38C1-9684-44EA-A468-158FE6698D72}" dt="2026-04-02T00:07:30.339" v="11778" actId="255"/>
        <pc:sldMkLst>
          <pc:docMk/>
          <pc:sldMk cId="3882204792" sldId="270"/>
        </pc:sldMkLst>
        <pc:spChg chg="mod">
          <ac:chgData name="lavip poutu" userId="6973c6c7c0e02752" providerId="LiveId" clId="{877A38C1-9684-44EA-A468-158FE6698D72}" dt="2026-04-02T00:07:30.339" v="11778" actId="255"/>
          <ac:spMkLst>
            <pc:docMk/>
            <pc:sldMk cId="3882204792" sldId="270"/>
            <ac:spMk id="2" creationId="{1D7E384B-85E0-86D3-ED7D-CA35BF6FC8FF}"/>
          </ac:spMkLst>
        </pc:spChg>
        <pc:spChg chg="mod">
          <ac:chgData name="lavip poutu" userId="6973c6c7c0e02752" providerId="LiveId" clId="{877A38C1-9684-44EA-A468-158FE6698D72}" dt="2026-03-29T02:26:53.019" v="930" actId="6549"/>
          <ac:spMkLst>
            <pc:docMk/>
            <pc:sldMk cId="3882204792" sldId="270"/>
            <ac:spMk id="6" creationId="{9EE2BE44-8F06-25DC-CE62-07C93F97A013}"/>
          </ac:spMkLst>
        </pc:spChg>
        <pc:spChg chg="add mod">
          <ac:chgData name="lavip poutu" userId="6973c6c7c0e02752" providerId="LiveId" clId="{877A38C1-9684-44EA-A468-158FE6698D72}" dt="2026-03-29T02:26:30.365" v="927" actId="207"/>
          <ac:spMkLst>
            <pc:docMk/>
            <pc:sldMk cId="3882204792" sldId="270"/>
            <ac:spMk id="8" creationId="{FE638DD7-259B-8060-8915-07722B67CB54}"/>
          </ac:spMkLst>
        </pc:spChg>
        <pc:picChg chg="add mod ord">
          <ac:chgData name="lavip poutu" userId="6973c6c7c0e02752" providerId="LiveId" clId="{877A38C1-9684-44EA-A468-158FE6698D72}" dt="2026-03-29T02:26:16.929" v="926" actId="170"/>
          <ac:picMkLst>
            <pc:docMk/>
            <pc:sldMk cId="3882204792" sldId="270"/>
            <ac:picMk id="9" creationId="{2B938196-6066-EAEC-8370-1D7F6F33902F}"/>
          </ac:picMkLst>
        </pc:picChg>
      </pc:sldChg>
      <pc:sldChg chg="addSp delSp modSp add mod setBg modNotesTx">
        <pc:chgData name="lavip poutu" userId="6973c6c7c0e02752" providerId="LiveId" clId="{877A38C1-9684-44EA-A468-158FE6698D72}" dt="2026-04-01T02:42:21.891" v="6067" actId="6549"/>
        <pc:sldMkLst>
          <pc:docMk/>
          <pc:sldMk cId="3936015417" sldId="287"/>
        </pc:sldMkLst>
        <pc:spChg chg="add mod">
          <ac:chgData name="lavip poutu" userId="6973c6c7c0e02752" providerId="LiveId" clId="{877A38C1-9684-44EA-A468-158FE6698D72}" dt="2026-03-29T01:44:22.391" v="758" actId="1076"/>
          <ac:spMkLst>
            <pc:docMk/>
            <pc:sldMk cId="3936015417" sldId="287"/>
            <ac:spMk id="5" creationId="{B082447E-5950-1360-8B1E-A1C553061B1E}"/>
          </ac:spMkLst>
        </pc:spChg>
        <pc:spChg chg="add mod">
          <ac:chgData name="lavip poutu" userId="6973c6c7c0e02752" providerId="LiveId" clId="{877A38C1-9684-44EA-A468-158FE6698D72}" dt="2026-03-29T02:36:59.680" v="953" actId="255"/>
          <ac:spMkLst>
            <pc:docMk/>
            <pc:sldMk cId="3936015417" sldId="287"/>
            <ac:spMk id="13" creationId="{89E5F042-8209-3650-961A-FC9CDC57606C}"/>
          </ac:spMkLst>
        </pc:spChg>
        <pc:spChg chg="add mod">
          <ac:chgData name="lavip poutu" userId="6973c6c7c0e02752" providerId="LiveId" clId="{877A38C1-9684-44EA-A468-158FE6698D72}" dt="2026-03-29T01:55:21.468" v="796" actId="1076"/>
          <ac:spMkLst>
            <pc:docMk/>
            <pc:sldMk cId="3936015417" sldId="287"/>
            <ac:spMk id="17" creationId="{9B42077F-8266-8019-38F4-79E50A279589}"/>
          </ac:spMkLst>
        </pc:spChg>
        <pc:picChg chg="add mod ord">
          <ac:chgData name="lavip poutu" userId="6973c6c7c0e02752" providerId="LiveId" clId="{877A38C1-9684-44EA-A468-158FE6698D72}" dt="2026-03-29T04:02:42.784" v="2464" actId="14100"/>
          <ac:picMkLst>
            <pc:docMk/>
            <pc:sldMk cId="3936015417" sldId="287"/>
            <ac:picMk id="19" creationId="{81E68D40-4950-2FF4-64A3-9011E3B2D10E}"/>
          </ac:picMkLst>
        </pc:picChg>
      </pc:sldChg>
      <pc:sldChg chg="addSp delSp modSp add mod ord setBg modNotesTx">
        <pc:chgData name="lavip poutu" userId="6973c6c7c0e02752" providerId="LiveId" clId="{877A38C1-9684-44EA-A468-158FE6698D72}" dt="2026-04-01T06:29:43.458" v="10348" actId="6549"/>
        <pc:sldMkLst>
          <pc:docMk/>
          <pc:sldMk cId="891344572" sldId="288"/>
        </pc:sldMkLst>
        <pc:spChg chg="add mod">
          <ac:chgData name="lavip poutu" userId="6973c6c7c0e02752" providerId="LiveId" clId="{877A38C1-9684-44EA-A468-158FE6698D72}" dt="2026-03-29T02:48:35.604" v="999" actId="255"/>
          <ac:spMkLst>
            <pc:docMk/>
            <pc:sldMk cId="891344572" sldId="288"/>
            <ac:spMk id="10" creationId="{516B367A-B907-95C8-FF1D-030FC2EA1E2F}"/>
          </ac:spMkLst>
        </pc:spChg>
        <pc:spChg chg="add mod">
          <ac:chgData name="lavip poutu" userId="6973c6c7c0e02752" providerId="LiveId" clId="{877A38C1-9684-44EA-A468-158FE6698D72}" dt="2026-03-29T01:54:30.522" v="787" actId="1076"/>
          <ac:spMkLst>
            <pc:docMk/>
            <pc:sldMk cId="891344572" sldId="288"/>
            <ac:spMk id="11" creationId="{34E97493-DC7A-FB65-142F-D0CD64074547}"/>
          </ac:spMkLst>
        </pc:spChg>
        <pc:spChg chg="add mod ord">
          <ac:chgData name="lavip poutu" userId="6973c6c7c0e02752" providerId="LiveId" clId="{877A38C1-9684-44EA-A468-158FE6698D72}" dt="2026-03-29T01:54:22.328" v="786" actId="1076"/>
          <ac:spMkLst>
            <pc:docMk/>
            <pc:sldMk cId="891344572" sldId="288"/>
            <ac:spMk id="14" creationId="{D9D56D65-7D12-28A1-56DE-6E308A96577E}"/>
          </ac:spMkLst>
        </pc:spChg>
        <pc:picChg chg="add mod">
          <ac:chgData name="lavip poutu" userId="6973c6c7c0e02752" providerId="LiveId" clId="{877A38C1-9684-44EA-A468-158FE6698D72}" dt="2026-03-29T04:02:57.849" v="2466" actId="14100"/>
          <ac:picMkLst>
            <pc:docMk/>
            <pc:sldMk cId="891344572" sldId="288"/>
            <ac:picMk id="18" creationId="{B871CB37-05A2-EE6D-885F-70091DED9003}"/>
          </ac:picMkLst>
        </pc:picChg>
      </pc:sldChg>
      <pc:sldChg chg="addSp delSp modSp add mod setBg modNotesTx">
        <pc:chgData name="lavip poutu" userId="6973c6c7c0e02752" providerId="LiveId" clId="{877A38C1-9684-44EA-A468-158FE6698D72}" dt="2026-04-01T21:16:45.649" v="10460" actId="20577"/>
        <pc:sldMkLst>
          <pc:docMk/>
          <pc:sldMk cId="3202659846" sldId="289"/>
        </pc:sldMkLst>
        <pc:spChg chg="add mod">
          <ac:chgData name="lavip poutu" userId="6973c6c7c0e02752" providerId="LiveId" clId="{877A38C1-9684-44EA-A468-158FE6698D72}" dt="2026-03-30T22:19:30.392" v="2778" actId="20577"/>
          <ac:spMkLst>
            <pc:docMk/>
            <pc:sldMk cId="3202659846" sldId="289"/>
            <ac:spMk id="5" creationId="{9F8A6F95-C5BA-EA81-4020-11C2181DFF39}"/>
          </ac:spMkLst>
        </pc:spChg>
        <pc:spChg chg="mod">
          <ac:chgData name="lavip poutu" userId="6973c6c7c0e02752" providerId="LiveId" clId="{877A38C1-9684-44EA-A468-158FE6698D72}" dt="2026-03-29T02:58:02.258" v="1307" actId="255"/>
          <ac:spMkLst>
            <pc:docMk/>
            <pc:sldMk cId="3202659846" sldId="289"/>
            <ac:spMk id="11" creationId="{E5C182F3-3159-BDD2-D83C-15F987074AA8}"/>
          </ac:spMkLst>
        </pc:spChg>
        <pc:spChg chg="add mod">
          <ac:chgData name="lavip poutu" userId="6973c6c7c0e02752" providerId="LiveId" clId="{877A38C1-9684-44EA-A468-158FE6698D72}" dt="2026-03-29T01:55:56.175" v="801" actId="1076"/>
          <ac:spMkLst>
            <pc:docMk/>
            <pc:sldMk cId="3202659846" sldId="289"/>
            <ac:spMk id="13" creationId="{E7431B31-ACD9-2491-0203-EA3CF8FAA619}"/>
          </ac:spMkLst>
        </pc:spChg>
        <pc:picChg chg="add mod">
          <ac:chgData name="lavip poutu" userId="6973c6c7c0e02752" providerId="LiveId" clId="{877A38C1-9684-44EA-A468-158FE6698D72}" dt="2026-03-29T01:26:12.361" v="564" actId="14100"/>
          <ac:picMkLst>
            <pc:docMk/>
            <pc:sldMk cId="3202659846" sldId="289"/>
            <ac:picMk id="8" creationId="{A3CE7410-D1B0-E7D2-1D1E-5B1CD69FED24}"/>
          </ac:picMkLst>
        </pc:picChg>
      </pc:sldChg>
      <pc:sldChg chg="addSp delSp modSp add mod setBg modNotesTx">
        <pc:chgData name="lavip poutu" userId="6973c6c7c0e02752" providerId="LiveId" clId="{877A38C1-9684-44EA-A468-158FE6698D72}" dt="2026-04-01T21:21:48.471" v="10596" actId="113"/>
        <pc:sldMkLst>
          <pc:docMk/>
          <pc:sldMk cId="422246075" sldId="290"/>
        </pc:sldMkLst>
        <pc:spChg chg="add mod">
          <ac:chgData name="lavip poutu" userId="6973c6c7c0e02752" providerId="LiveId" clId="{877A38C1-9684-44EA-A468-158FE6698D72}" dt="2026-03-29T03:21:21.601" v="2384" actId="14100"/>
          <ac:spMkLst>
            <pc:docMk/>
            <pc:sldMk cId="422246075" sldId="290"/>
            <ac:spMk id="2" creationId="{63839DBA-2AA5-CDEE-9C2B-3C930E9AFD22}"/>
          </ac:spMkLst>
        </pc:spChg>
        <pc:spChg chg="mod">
          <ac:chgData name="lavip poutu" userId="6973c6c7c0e02752" providerId="LiveId" clId="{877A38C1-9684-44EA-A468-158FE6698D72}" dt="2026-03-29T03:01:46.147" v="1393" actId="255"/>
          <ac:spMkLst>
            <pc:docMk/>
            <pc:sldMk cId="422246075" sldId="290"/>
            <ac:spMk id="11" creationId="{A3F733C9-D514-6B93-300B-7043CDBF8F8F}"/>
          </ac:spMkLst>
        </pc:spChg>
        <pc:spChg chg="add mod">
          <ac:chgData name="lavip poutu" userId="6973c6c7c0e02752" providerId="LiveId" clId="{877A38C1-9684-44EA-A468-158FE6698D72}" dt="2026-03-29T01:56:17.792" v="806" actId="1076"/>
          <ac:spMkLst>
            <pc:docMk/>
            <pc:sldMk cId="422246075" sldId="290"/>
            <ac:spMk id="13" creationId="{A85EE9A3-D968-7257-2944-A8EDF466B5F7}"/>
          </ac:spMkLst>
        </pc:spChg>
        <pc:picChg chg="add mod">
          <ac:chgData name="lavip poutu" userId="6973c6c7c0e02752" providerId="LiveId" clId="{877A38C1-9684-44EA-A468-158FE6698D72}" dt="2026-03-29T01:24:54.604" v="555" actId="14100"/>
          <ac:picMkLst>
            <pc:docMk/>
            <pc:sldMk cId="422246075" sldId="290"/>
            <ac:picMk id="9" creationId="{9388CCB2-2240-985C-64BB-C4C1267AE7E8}"/>
          </ac:picMkLst>
        </pc:picChg>
      </pc:sldChg>
      <pc:sldChg chg="addSp delSp modSp add mod ord setBg modNotesTx">
        <pc:chgData name="lavip poutu" userId="6973c6c7c0e02752" providerId="LiveId" clId="{877A38C1-9684-44EA-A468-158FE6698D72}" dt="2026-04-01T03:30:49.664" v="7716" actId="20577"/>
        <pc:sldMkLst>
          <pc:docMk/>
          <pc:sldMk cId="2693623033" sldId="291"/>
        </pc:sldMkLst>
        <pc:spChg chg="add mod">
          <ac:chgData name="lavip poutu" userId="6973c6c7c0e02752" providerId="LiveId" clId="{877A38C1-9684-44EA-A468-158FE6698D72}" dt="2026-03-30T23:04:38.658" v="3074" actId="20577"/>
          <ac:spMkLst>
            <pc:docMk/>
            <pc:sldMk cId="2693623033" sldId="291"/>
            <ac:spMk id="8" creationId="{CB1D6ECC-BD80-7980-CE91-559035B81487}"/>
          </ac:spMkLst>
        </pc:spChg>
        <pc:spChg chg="mod">
          <ac:chgData name="lavip poutu" userId="6973c6c7c0e02752" providerId="LiveId" clId="{877A38C1-9684-44EA-A468-158FE6698D72}" dt="2026-03-29T01:57:17.705" v="816" actId="1076"/>
          <ac:spMkLst>
            <pc:docMk/>
            <pc:sldMk cId="2693623033" sldId="291"/>
            <ac:spMk id="11" creationId="{405BEAD7-CF0B-6327-B150-0780C4BF16D5}"/>
          </ac:spMkLst>
        </pc:spChg>
        <pc:spChg chg="add mod">
          <ac:chgData name="lavip poutu" userId="6973c6c7c0e02752" providerId="LiveId" clId="{877A38C1-9684-44EA-A468-158FE6698D72}" dt="2026-03-29T01:56:52.274" v="812" actId="1076"/>
          <ac:spMkLst>
            <pc:docMk/>
            <pc:sldMk cId="2693623033" sldId="291"/>
            <ac:spMk id="13" creationId="{0E8A4245-E99C-05EF-D19D-51F3A5DF280A}"/>
          </ac:spMkLst>
        </pc:spChg>
        <pc:picChg chg="add mod ord">
          <ac:chgData name="lavip poutu" userId="6973c6c7c0e02752" providerId="LiveId" clId="{877A38C1-9684-44EA-A468-158FE6698D72}" dt="2026-03-29T02:29:37.540" v="939" actId="171"/>
          <ac:picMkLst>
            <pc:docMk/>
            <pc:sldMk cId="2693623033" sldId="291"/>
            <ac:picMk id="18" creationId="{8FE4F03A-61C9-790F-0CFC-ABDC5186A14C}"/>
          </ac:picMkLst>
        </pc:picChg>
      </pc:sldChg>
      <pc:sldChg chg="addSp delSp modSp add mod ord setBg modNotesTx">
        <pc:chgData name="lavip poutu" userId="6973c6c7c0e02752" providerId="LiveId" clId="{877A38C1-9684-44EA-A468-158FE6698D72}" dt="2026-04-01T21:29:49.398" v="10762" actId="20577"/>
        <pc:sldMkLst>
          <pc:docMk/>
          <pc:sldMk cId="519622872" sldId="292"/>
        </pc:sldMkLst>
        <pc:spChg chg="add mod">
          <ac:chgData name="lavip poutu" userId="6973c6c7c0e02752" providerId="LiveId" clId="{877A38C1-9684-44EA-A468-158FE6698D72}" dt="2026-03-29T03:25:02.804" v="2437" actId="255"/>
          <ac:spMkLst>
            <pc:docMk/>
            <pc:sldMk cId="519622872" sldId="292"/>
            <ac:spMk id="8" creationId="{A14A23CE-FAD2-B145-B65B-FBDFEEA89090}"/>
          </ac:spMkLst>
        </pc:spChg>
        <pc:spChg chg="mod">
          <ac:chgData name="lavip poutu" userId="6973c6c7c0e02752" providerId="LiveId" clId="{877A38C1-9684-44EA-A468-158FE6698D72}" dt="2026-03-29T03:25:07.545" v="2438" actId="255"/>
          <ac:spMkLst>
            <pc:docMk/>
            <pc:sldMk cId="519622872" sldId="292"/>
            <ac:spMk id="11" creationId="{B8C380A0-3D11-0E93-CE97-38D0D452A6DD}"/>
          </ac:spMkLst>
        </pc:spChg>
        <pc:spChg chg="add mod">
          <ac:chgData name="lavip poutu" userId="6973c6c7c0e02752" providerId="LiveId" clId="{877A38C1-9684-44EA-A468-158FE6698D72}" dt="2026-03-29T01:58:08.812" v="832" actId="1076"/>
          <ac:spMkLst>
            <pc:docMk/>
            <pc:sldMk cId="519622872" sldId="292"/>
            <ac:spMk id="18" creationId="{0D7DFAA8-E44F-221E-44A7-1D8F38259747}"/>
          </ac:spMkLst>
        </pc:spChg>
        <pc:picChg chg="add mod">
          <ac:chgData name="lavip poutu" userId="6973c6c7c0e02752" providerId="LiveId" clId="{877A38C1-9684-44EA-A468-158FE6698D72}" dt="2026-03-29T01:32:02.458" v="672" actId="14100"/>
          <ac:picMkLst>
            <pc:docMk/>
            <pc:sldMk cId="519622872" sldId="292"/>
            <ac:picMk id="13" creationId="{8032A4E5-048B-4D63-7248-49788045C289}"/>
          </ac:picMkLst>
        </pc:picChg>
      </pc:sldChg>
      <pc:sldChg chg="addSp delSp modSp add mod setBg modNotesTx">
        <pc:chgData name="lavip poutu" userId="6973c6c7c0e02752" providerId="LiveId" clId="{877A38C1-9684-44EA-A468-158FE6698D72}" dt="2026-04-01T21:49:03.932" v="11749" actId="20577"/>
        <pc:sldMkLst>
          <pc:docMk/>
          <pc:sldMk cId="3298588820" sldId="293"/>
        </pc:sldMkLst>
        <pc:spChg chg="add mod">
          <ac:chgData name="lavip poutu" userId="6973c6c7c0e02752" providerId="LiveId" clId="{877A38C1-9684-44EA-A468-158FE6698D72}" dt="2026-03-31T02:58:27.563" v="4503" actId="1076"/>
          <ac:spMkLst>
            <pc:docMk/>
            <pc:sldMk cId="3298588820" sldId="293"/>
            <ac:spMk id="3" creationId="{4A1B0AD0-8F3D-C440-9602-2796C357D05C}"/>
          </ac:spMkLst>
        </pc:spChg>
        <pc:spChg chg="add mod">
          <ac:chgData name="lavip poutu" userId="6973c6c7c0e02752" providerId="LiveId" clId="{877A38C1-9684-44EA-A468-158FE6698D72}" dt="2026-03-31T02:58:22.099" v="4502" actId="1076"/>
          <ac:spMkLst>
            <pc:docMk/>
            <pc:sldMk cId="3298588820" sldId="293"/>
            <ac:spMk id="9" creationId="{08A626FA-2B49-0ADC-BEAE-EB7281C40E0A}"/>
          </ac:spMkLst>
        </pc:spChg>
        <pc:spChg chg="mod">
          <ac:chgData name="lavip poutu" userId="6973c6c7c0e02752" providerId="LiveId" clId="{877A38C1-9684-44EA-A468-158FE6698D72}" dt="2026-03-29T03:25:18.858" v="2439" actId="255"/>
          <ac:spMkLst>
            <pc:docMk/>
            <pc:sldMk cId="3298588820" sldId="293"/>
            <ac:spMk id="11" creationId="{9595BACE-B0A1-B6CE-4D3D-8735F87569C9}"/>
          </ac:spMkLst>
        </pc:spChg>
        <pc:picChg chg="add mod">
          <ac:chgData name="lavip poutu" userId="6973c6c7c0e02752" providerId="LiveId" clId="{877A38C1-9684-44EA-A468-158FE6698D72}" dt="2026-03-31T02:58:14.099" v="4501" actId="14100"/>
          <ac:picMkLst>
            <pc:docMk/>
            <pc:sldMk cId="3298588820" sldId="293"/>
            <ac:picMk id="8" creationId="{D0DCF0F2-1AF9-AB6F-9621-678023C36F87}"/>
          </ac:picMkLst>
        </pc:picChg>
      </pc:sldChg>
      <pc:sldChg chg="addSp delSp modSp add mod setBg modNotesTx">
        <pc:chgData name="lavip poutu" userId="6973c6c7c0e02752" providerId="LiveId" clId="{877A38C1-9684-44EA-A468-158FE6698D72}" dt="2026-03-31T04:59:40.514" v="4550" actId="14100"/>
        <pc:sldMkLst>
          <pc:docMk/>
          <pc:sldMk cId="1119419145" sldId="294"/>
        </pc:sldMkLst>
        <pc:spChg chg="mod">
          <ac:chgData name="lavip poutu" userId="6973c6c7c0e02752" providerId="LiveId" clId="{877A38C1-9684-44EA-A468-158FE6698D72}" dt="2026-03-31T04:58:54.047" v="4546" actId="26606"/>
          <ac:spMkLst>
            <pc:docMk/>
            <pc:sldMk cId="1119419145" sldId="294"/>
            <ac:spMk id="2" creationId="{C7BF5316-C72F-5CA7-CFAA-60C69A20B294}"/>
          </ac:spMkLst>
        </pc:spChg>
        <pc:spChg chg="mod ord">
          <ac:chgData name="lavip poutu" userId="6973c6c7c0e02752" providerId="LiveId" clId="{877A38C1-9684-44EA-A468-158FE6698D72}" dt="2026-03-31T04:58:54.047" v="4546" actId="26606"/>
          <ac:spMkLst>
            <pc:docMk/>
            <pc:sldMk cId="1119419145" sldId="294"/>
            <ac:spMk id="4" creationId="{498697A9-26AD-9F5E-9EB3-D66A8B58A00B}"/>
          </ac:spMkLst>
        </pc:spChg>
        <pc:spChg chg="ord">
          <ac:chgData name="lavip poutu" userId="6973c6c7c0e02752" providerId="LiveId" clId="{877A38C1-9684-44EA-A468-158FE6698D72}" dt="2026-03-31T02:30:42.126" v="4487" actId="26606"/>
          <ac:spMkLst>
            <pc:docMk/>
            <pc:sldMk cId="1119419145" sldId="294"/>
            <ac:spMk id="6" creationId="{33B11895-0648-6204-6491-2D055B4ADC98}"/>
          </ac:spMkLst>
        </pc:spChg>
        <pc:spChg chg="mod ord">
          <ac:chgData name="lavip poutu" userId="6973c6c7c0e02752" providerId="LiveId" clId="{877A38C1-9684-44EA-A468-158FE6698D72}" dt="2026-03-31T04:59:10.890" v="4549" actId="1076"/>
          <ac:spMkLst>
            <pc:docMk/>
            <pc:sldMk cId="1119419145" sldId="294"/>
            <ac:spMk id="11" creationId="{CF4A4E25-A35F-F04F-42FE-37EA31636A3D}"/>
          </ac:spMkLst>
        </pc:spChg>
        <pc:spChg chg="mod">
          <ac:chgData name="lavip poutu" userId="6973c6c7c0e02752" providerId="LiveId" clId="{877A38C1-9684-44EA-A468-158FE6698D72}" dt="2026-03-31T04:58:54.047" v="4546" actId="26606"/>
          <ac:spMkLst>
            <pc:docMk/>
            <pc:sldMk cId="1119419145" sldId="294"/>
            <ac:spMk id="14" creationId="{20FF3B16-6C63-BAF2-D20F-50DF33B0016D}"/>
          </ac:spMkLst>
        </pc:spChg>
        <pc:spChg chg="add del">
          <ac:chgData name="lavip poutu" userId="6973c6c7c0e02752" providerId="LiveId" clId="{877A38C1-9684-44EA-A468-158FE6698D72}" dt="2026-03-31T04:58:54.047" v="4546" actId="26606"/>
          <ac:spMkLst>
            <pc:docMk/>
            <pc:sldMk cId="1119419145" sldId="294"/>
            <ac:spMk id="25" creationId="{9B7AD9F6-8CE7-4299-8FC6-328F4DCD3FF9}"/>
          </ac:spMkLst>
        </pc:spChg>
        <pc:spChg chg="add del">
          <ac:chgData name="lavip poutu" userId="6973c6c7c0e02752" providerId="LiveId" clId="{877A38C1-9684-44EA-A468-158FE6698D72}" dt="2026-03-31T04:58:54.047" v="4546" actId="26606"/>
          <ac:spMkLst>
            <pc:docMk/>
            <pc:sldMk cId="1119419145" sldId="294"/>
            <ac:spMk id="26" creationId="{F49775AF-8896-43EE-92C6-83497D6DC56F}"/>
          </ac:spMkLst>
        </pc:spChg>
        <pc:picChg chg="add mod">
          <ac:chgData name="lavip poutu" userId="6973c6c7c0e02752" providerId="LiveId" clId="{877A38C1-9684-44EA-A468-158FE6698D72}" dt="2026-03-31T04:59:40.514" v="4550" actId="14100"/>
          <ac:picMkLst>
            <pc:docMk/>
            <pc:sldMk cId="1119419145" sldId="294"/>
            <ac:picMk id="5" creationId="{EA8D342D-BB64-EEB8-0ACE-71434AE8AC5C}"/>
          </ac:picMkLst>
        </pc:picChg>
        <pc:picChg chg="add mod ord">
          <ac:chgData name="lavip poutu" userId="6973c6c7c0e02752" providerId="LiveId" clId="{877A38C1-9684-44EA-A468-158FE6698D72}" dt="2026-03-31T04:58:54.047" v="4546" actId="26606"/>
          <ac:picMkLst>
            <pc:docMk/>
            <pc:sldMk cId="1119419145" sldId="294"/>
            <ac:picMk id="9" creationId="{299EAFF8-DB77-FC0F-CBFC-C4D0D9D802AF}"/>
          </ac:picMkLst>
        </pc:picChg>
      </pc:sldChg>
      <pc:sldChg chg="addSp delSp modSp add mod modNotesTx">
        <pc:chgData name="lavip poutu" userId="6973c6c7c0e02752" providerId="LiveId" clId="{877A38C1-9684-44EA-A468-158FE6698D72}" dt="2026-04-01T03:32:45.566" v="7868" actId="20577"/>
        <pc:sldMkLst>
          <pc:docMk/>
          <pc:sldMk cId="1850108620" sldId="295"/>
        </pc:sldMkLst>
        <pc:spChg chg="mod">
          <ac:chgData name="lavip poutu" userId="6973c6c7c0e02752" providerId="LiveId" clId="{877A38C1-9684-44EA-A468-158FE6698D72}" dt="2026-03-30T23:28:54.523" v="3097" actId="255"/>
          <ac:spMkLst>
            <pc:docMk/>
            <pc:sldMk cId="1850108620" sldId="295"/>
            <ac:spMk id="11" creationId="{050E78F1-7908-3778-96CA-2B7A2998CBEF}"/>
          </ac:spMkLst>
        </pc:spChg>
        <pc:picChg chg="add mod">
          <ac:chgData name="lavip poutu" userId="6973c6c7c0e02752" providerId="LiveId" clId="{877A38C1-9684-44EA-A468-158FE6698D72}" dt="2026-03-30T23:29:31.708" v="3101" actId="1076"/>
          <ac:picMkLst>
            <pc:docMk/>
            <pc:sldMk cId="1850108620" sldId="295"/>
            <ac:picMk id="5" creationId="{D776E515-78A0-9D52-0450-70CF6B90ADD9}"/>
          </ac:picMkLst>
        </pc:picChg>
      </pc:sldChg>
      <pc:sldChg chg="addSp delSp modSp add mod modNotesTx">
        <pc:chgData name="lavip poutu" userId="6973c6c7c0e02752" providerId="LiveId" clId="{877A38C1-9684-44EA-A468-158FE6698D72}" dt="2026-04-01T05:28:06.238" v="8911" actId="20577"/>
        <pc:sldMkLst>
          <pc:docMk/>
          <pc:sldMk cId="394730042" sldId="296"/>
        </pc:sldMkLst>
        <pc:spChg chg="mod ord">
          <ac:chgData name="lavip poutu" userId="6973c6c7c0e02752" providerId="LiveId" clId="{877A38C1-9684-44EA-A468-158FE6698D72}" dt="2026-04-01T01:43:39.984" v="5441" actId="1076"/>
          <ac:spMkLst>
            <pc:docMk/>
            <pc:sldMk cId="394730042" sldId="296"/>
            <ac:spMk id="11" creationId="{15311230-33D2-5D9C-A886-ED526935D239}"/>
          </ac:spMkLst>
        </pc:spChg>
        <pc:spChg chg="mod">
          <ac:chgData name="lavip poutu" userId="6973c6c7c0e02752" providerId="LiveId" clId="{877A38C1-9684-44EA-A468-158FE6698D72}" dt="2026-04-01T01:43:45.724" v="5444" actId="27636"/>
          <ac:spMkLst>
            <pc:docMk/>
            <pc:sldMk cId="394730042" sldId="296"/>
            <ac:spMk id="18" creationId="{FB2DFF9A-05A7-7DB8-04AC-122F787D854B}"/>
          </ac:spMkLst>
        </pc:spChg>
        <pc:graphicFrameChg chg="add del mod modGraphic">
          <ac:chgData name="lavip poutu" userId="6973c6c7c0e02752" providerId="LiveId" clId="{877A38C1-9684-44EA-A468-158FE6698D72}" dt="2026-04-01T01:41:20.155" v="5430" actId="478"/>
          <ac:graphicFrameMkLst>
            <pc:docMk/>
            <pc:sldMk cId="394730042" sldId="296"/>
            <ac:graphicFrameMk id="3" creationId="{CE73A95F-D089-ACF8-72FA-DA215A903242}"/>
          </ac:graphicFrameMkLst>
        </pc:graphicFrameChg>
        <pc:graphicFrameChg chg="add mod modGraphic">
          <ac:chgData name="lavip poutu" userId="6973c6c7c0e02752" providerId="LiveId" clId="{877A38C1-9684-44EA-A468-158FE6698D72}" dt="2026-04-01T01:48:34.753" v="5486" actId="14100"/>
          <ac:graphicFrameMkLst>
            <pc:docMk/>
            <pc:sldMk cId="394730042" sldId="296"/>
            <ac:graphicFrameMk id="8" creationId="{D3B0BC90-0F8E-DFB5-FE32-5DBA80BB3337}"/>
          </ac:graphicFrameMkLst>
        </pc:graphicFrameChg>
        <pc:graphicFrameChg chg="add del mod modGraphic">
          <ac:chgData name="lavip poutu" userId="6973c6c7c0e02752" providerId="LiveId" clId="{877A38C1-9684-44EA-A468-158FE6698D72}" dt="2026-04-01T01:46:30.251" v="5469" actId="478"/>
          <ac:graphicFrameMkLst>
            <pc:docMk/>
            <pc:sldMk cId="394730042" sldId="296"/>
            <ac:graphicFrameMk id="9" creationId="{78D884D8-68A8-E779-8C31-D394C3309F33}"/>
          </ac:graphicFrameMkLst>
        </pc:graphicFrameChg>
        <pc:graphicFrameChg chg="add mod modGraphic">
          <ac:chgData name="lavip poutu" userId="6973c6c7c0e02752" providerId="LiveId" clId="{877A38C1-9684-44EA-A468-158FE6698D72}" dt="2026-04-01T01:48:47.171" v="5488" actId="1076"/>
          <ac:graphicFrameMkLst>
            <pc:docMk/>
            <pc:sldMk cId="394730042" sldId="296"/>
            <ac:graphicFrameMk id="10" creationId="{8BA64147-7767-AECB-1195-315262E0EA02}"/>
          </ac:graphicFrameMkLst>
        </pc:graphicFrameChg>
        <pc:graphicFrameChg chg="add mod">
          <ac:chgData name="lavip poutu" userId="6973c6c7c0e02752" providerId="LiveId" clId="{877A38C1-9684-44EA-A468-158FE6698D72}" dt="2026-04-01T01:48:43.579" v="5487" actId="1076"/>
          <ac:graphicFrameMkLst>
            <pc:docMk/>
            <pc:sldMk cId="394730042" sldId="296"/>
            <ac:graphicFrameMk id="15" creationId="{46550EF3-E72D-254D-2972-2043D123AFE3}"/>
          </ac:graphicFrameMkLst>
        </pc:graphicFrameChg>
        <pc:graphicFrameChg chg="add mod">
          <ac:chgData name="lavip poutu" userId="6973c6c7c0e02752" providerId="LiveId" clId="{877A38C1-9684-44EA-A468-158FE6698D72}" dt="2026-04-01T01:48:28.595" v="5484" actId="1076"/>
          <ac:graphicFrameMkLst>
            <pc:docMk/>
            <pc:sldMk cId="394730042" sldId="296"/>
            <ac:graphicFrameMk id="16" creationId="{A862BD30-1D67-ABC7-034B-0BA674FE9D4A}"/>
          </ac:graphicFrameMkLst>
        </pc:graphicFrameChg>
        <pc:picChg chg="add del mod">
          <ac:chgData name="lavip poutu" userId="6973c6c7c0e02752" providerId="LiveId" clId="{877A38C1-9684-44EA-A468-158FE6698D72}" dt="2026-04-01T01:45:50.595" v="5462" actId="478"/>
          <ac:picMkLst>
            <pc:docMk/>
            <pc:sldMk cId="394730042" sldId="296"/>
            <ac:picMk id="7" creationId="{62167CF8-4003-7300-45AE-405B314FD9C9}"/>
          </ac:picMkLst>
        </pc:picChg>
        <pc:picChg chg="mod">
          <ac:chgData name="lavip poutu" userId="6973c6c7c0e02752" providerId="LiveId" clId="{877A38C1-9684-44EA-A468-158FE6698D72}" dt="2026-04-01T01:43:53.955" v="5446" actId="1076"/>
          <ac:picMkLst>
            <pc:docMk/>
            <pc:sldMk cId="394730042" sldId="296"/>
            <ac:picMk id="13" creationId="{34B8A306-62D0-6918-A1B2-69F18BCCB9A4}"/>
          </ac:picMkLst>
        </pc:picChg>
        <pc:picChg chg="add del mod">
          <ac:chgData name="lavip poutu" userId="6973c6c7c0e02752" providerId="LiveId" clId="{877A38C1-9684-44EA-A468-158FE6698D72}" dt="2026-04-01T01:47:39.578" v="5477" actId="478"/>
          <ac:picMkLst>
            <pc:docMk/>
            <pc:sldMk cId="394730042" sldId="296"/>
            <ac:picMk id="14" creationId="{EB181E78-14C0-5149-7FB5-1BFE97D93988}"/>
          </ac:picMkLst>
        </pc:picChg>
      </pc:sldChg>
      <pc:sldChg chg="addSp modSp add mod modNotesTx">
        <pc:chgData name="lavip poutu" userId="6973c6c7c0e02752" providerId="LiveId" clId="{877A38C1-9684-44EA-A468-158FE6698D72}" dt="2026-04-01T21:30:15.227" v="10766" actId="20577"/>
        <pc:sldMkLst>
          <pc:docMk/>
          <pc:sldMk cId="3139003799" sldId="297"/>
        </pc:sldMkLst>
        <pc:spChg chg="mod">
          <ac:chgData name="lavip poutu" userId="6973c6c7c0e02752" providerId="LiveId" clId="{877A38C1-9684-44EA-A468-158FE6698D72}" dt="2026-03-30T23:32:46.723" v="3127" actId="1076"/>
          <ac:spMkLst>
            <pc:docMk/>
            <pc:sldMk cId="3139003799" sldId="297"/>
            <ac:spMk id="11" creationId="{C0BA6FB9-AC90-BD21-2FB7-D6244C02692E}"/>
          </ac:spMkLst>
        </pc:spChg>
        <pc:picChg chg="add mod">
          <ac:chgData name="lavip poutu" userId="6973c6c7c0e02752" providerId="LiveId" clId="{877A38C1-9684-44EA-A468-158FE6698D72}" dt="2026-03-30T23:32:40.028" v="3126" actId="14100"/>
          <ac:picMkLst>
            <pc:docMk/>
            <pc:sldMk cId="3139003799" sldId="297"/>
            <ac:picMk id="5" creationId="{1BCAE5AC-0A4C-7A35-AB32-1377929C1AF6}"/>
          </ac:picMkLst>
        </pc:picChg>
      </pc:sldChg>
      <pc:sldChg chg="addSp delSp modSp add mod modNotesTx">
        <pc:chgData name="lavip poutu" userId="6973c6c7c0e02752" providerId="LiveId" clId="{877A38C1-9684-44EA-A468-158FE6698D72}" dt="2026-04-01T03:33:31.790" v="7955" actId="20577"/>
        <pc:sldMkLst>
          <pc:docMk/>
          <pc:sldMk cId="1873720474" sldId="298"/>
        </pc:sldMkLst>
        <pc:spChg chg="mod">
          <ac:chgData name="lavip poutu" userId="6973c6c7c0e02752" providerId="LiveId" clId="{877A38C1-9684-44EA-A468-158FE6698D72}" dt="2026-03-30T23:33:13.151" v="3149" actId="20577"/>
          <ac:spMkLst>
            <pc:docMk/>
            <pc:sldMk cId="1873720474" sldId="298"/>
            <ac:spMk id="11" creationId="{4444FBC4-6A7F-2519-5053-0EC7AC4C551E}"/>
          </ac:spMkLst>
        </pc:spChg>
        <pc:picChg chg="add mod">
          <ac:chgData name="lavip poutu" userId="6973c6c7c0e02752" providerId="LiveId" clId="{877A38C1-9684-44EA-A468-158FE6698D72}" dt="2026-03-31T04:49:50.655" v="4504" actId="14100"/>
          <ac:picMkLst>
            <pc:docMk/>
            <pc:sldMk cId="1873720474" sldId="298"/>
            <ac:picMk id="8" creationId="{9966240E-96C0-CCFD-CF0E-B41CBC69A138}"/>
          </ac:picMkLst>
        </pc:picChg>
      </pc:sldChg>
      <pc:sldChg chg="addSp delSp modSp add mod setBg setClrOvrMap modNotesTx">
        <pc:chgData name="lavip poutu" userId="6973c6c7c0e02752" providerId="LiveId" clId="{877A38C1-9684-44EA-A468-158FE6698D72}" dt="2026-04-01T03:33:54.336" v="7980" actId="20577"/>
        <pc:sldMkLst>
          <pc:docMk/>
          <pc:sldMk cId="55968911" sldId="299"/>
        </pc:sldMkLst>
        <pc:spChg chg="mod ord">
          <ac:chgData name="lavip poutu" userId="6973c6c7c0e02752" providerId="LiveId" clId="{877A38C1-9684-44EA-A468-158FE6698D72}" dt="2026-03-30T23:42:33.888" v="3315" actId="26606"/>
          <ac:spMkLst>
            <pc:docMk/>
            <pc:sldMk cId="55968911" sldId="299"/>
            <ac:spMk id="2" creationId="{2B441AF1-06C9-42B0-836E-C73062540598}"/>
          </ac:spMkLst>
        </pc:spChg>
        <pc:spChg chg="mod ord">
          <ac:chgData name="lavip poutu" userId="6973c6c7c0e02752" providerId="LiveId" clId="{877A38C1-9684-44EA-A468-158FE6698D72}" dt="2026-03-30T23:42:33.888" v="3315" actId="26606"/>
          <ac:spMkLst>
            <pc:docMk/>
            <pc:sldMk cId="55968911" sldId="299"/>
            <ac:spMk id="4" creationId="{BA0E7650-DE13-B42D-3B8D-EB10E30FE8A5}"/>
          </ac:spMkLst>
        </pc:spChg>
        <pc:spChg chg="ord">
          <ac:chgData name="lavip poutu" userId="6973c6c7c0e02752" providerId="LiveId" clId="{877A38C1-9684-44EA-A468-158FE6698D72}" dt="2026-03-30T23:42:33.888" v="3315" actId="26606"/>
          <ac:spMkLst>
            <pc:docMk/>
            <pc:sldMk cId="55968911" sldId="299"/>
            <ac:spMk id="6" creationId="{06B23EEB-74C8-700C-2756-2B54FECA00E2}"/>
          </ac:spMkLst>
        </pc:spChg>
        <pc:spChg chg="mod ord">
          <ac:chgData name="lavip poutu" userId="6973c6c7c0e02752" providerId="LiveId" clId="{877A38C1-9684-44EA-A468-158FE6698D72}" dt="2026-03-30T23:42:33.888" v="3315" actId="26606"/>
          <ac:spMkLst>
            <pc:docMk/>
            <pc:sldMk cId="55968911" sldId="299"/>
            <ac:spMk id="11" creationId="{6D9BC4BE-2BDB-E183-4E9B-FAAB031535B9}"/>
          </ac:spMkLst>
        </pc:spChg>
        <pc:spChg chg="mod">
          <ac:chgData name="lavip poutu" userId="6973c6c7c0e02752" providerId="LiveId" clId="{877A38C1-9684-44EA-A468-158FE6698D72}" dt="2026-03-30T23:42:33.888" v="3315" actId="26606"/>
          <ac:spMkLst>
            <pc:docMk/>
            <pc:sldMk cId="55968911" sldId="299"/>
            <ac:spMk id="18" creationId="{725AA16E-8836-16E3-0734-4E36EBFC4F4B}"/>
          </ac:spMkLst>
        </pc:spChg>
        <pc:spChg chg="add">
          <ac:chgData name="lavip poutu" userId="6973c6c7c0e02752" providerId="LiveId" clId="{877A38C1-9684-44EA-A468-158FE6698D72}" dt="2026-03-30T23:42:33.888" v="3315" actId="26606"/>
          <ac:spMkLst>
            <pc:docMk/>
            <pc:sldMk cId="55968911" sldId="299"/>
            <ac:spMk id="20" creationId="{F6E384F5-137A-40B1-97F0-694CC6ECD59C}"/>
          </ac:spMkLst>
        </pc:spChg>
        <pc:spChg chg="add">
          <ac:chgData name="lavip poutu" userId="6973c6c7c0e02752" providerId="LiveId" clId="{877A38C1-9684-44EA-A468-158FE6698D72}" dt="2026-03-30T23:42:33.888" v="3315" actId="26606"/>
          <ac:spMkLst>
            <pc:docMk/>
            <pc:sldMk cId="55968911" sldId="299"/>
            <ac:spMk id="21" creationId="{9DBC4630-03DA-474F-BBCB-BA3AE6B317A4}"/>
          </ac:spMkLst>
        </pc:spChg>
        <pc:spChg chg="add">
          <ac:chgData name="lavip poutu" userId="6973c6c7c0e02752" providerId="LiveId" clId="{877A38C1-9684-44EA-A468-158FE6698D72}" dt="2026-03-30T23:42:33.888" v="3315" actId="26606"/>
          <ac:spMkLst>
            <pc:docMk/>
            <pc:sldMk cId="55968911" sldId="299"/>
            <ac:spMk id="22" creationId="{78418A25-6EAC-4140-BFE6-284E1925B5EE}"/>
          </ac:spMkLst>
        </pc:spChg>
        <pc:spChg chg="add">
          <ac:chgData name="lavip poutu" userId="6973c6c7c0e02752" providerId="LiveId" clId="{877A38C1-9684-44EA-A468-158FE6698D72}" dt="2026-03-30T23:42:33.888" v="3315" actId="26606"/>
          <ac:spMkLst>
            <pc:docMk/>
            <pc:sldMk cId="55968911" sldId="299"/>
            <ac:spMk id="24" creationId="{6B9D64DB-4D5C-4A91-B45F-F301E3174F9F}"/>
          </ac:spMkLst>
        </pc:spChg>
        <pc:spChg chg="add">
          <ac:chgData name="lavip poutu" userId="6973c6c7c0e02752" providerId="LiveId" clId="{877A38C1-9684-44EA-A468-158FE6698D72}" dt="2026-03-30T23:42:33.888" v="3315" actId="26606"/>
          <ac:spMkLst>
            <pc:docMk/>
            <pc:sldMk cId="55968911" sldId="299"/>
            <ac:spMk id="26" creationId="{CB14CE1B-4BC5-4EF2-BE3D-05E4F580B3DB}"/>
          </ac:spMkLst>
        </pc:spChg>
        <pc:picChg chg="add mod ord">
          <ac:chgData name="lavip poutu" userId="6973c6c7c0e02752" providerId="LiveId" clId="{877A38C1-9684-44EA-A468-158FE6698D72}" dt="2026-03-30T23:42:11.208" v="3312" actId="1076"/>
          <ac:picMkLst>
            <pc:docMk/>
            <pc:sldMk cId="55968911" sldId="299"/>
            <ac:picMk id="5" creationId="{4DB877AD-075E-3AE5-6AC6-B15C007FDBF5}"/>
          </ac:picMkLst>
        </pc:picChg>
        <pc:picChg chg="add mod ord">
          <ac:chgData name="lavip poutu" userId="6973c6c7c0e02752" providerId="LiveId" clId="{877A38C1-9684-44EA-A468-158FE6698D72}" dt="2026-03-30T23:38:05.324" v="3225" actId="1076"/>
          <ac:picMkLst>
            <pc:docMk/>
            <pc:sldMk cId="55968911" sldId="299"/>
            <ac:picMk id="9" creationId="{5141A0BA-1F3C-1B10-A822-325362208CC0}"/>
          </ac:picMkLst>
        </pc:picChg>
        <pc:picChg chg="add mod ord">
          <ac:chgData name="lavip poutu" userId="6973c6c7c0e02752" providerId="LiveId" clId="{877A38C1-9684-44EA-A468-158FE6698D72}" dt="2026-03-30T23:38:16.846" v="3227" actId="14100"/>
          <ac:picMkLst>
            <pc:docMk/>
            <pc:sldMk cId="55968911" sldId="299"/>
            <ac:picMk id="12" creationId="{4C4D5950-1550-00E1-FAFE-A519B195CBC1}"/>
          </ac:picMkLst>
        </pc:picChg>
        <pc:picChg chg="add mod">
          <ac:chgData name="lavip poutu" userId="6973c6c7c0e02752" providerId="LiveId" clId="{877A38C1-9684-44EA-A468-158FE6698D72}" dt="2026-03-30T23:41:36.038" v="3307" actId="14100"/>
          <ac:picMkLst>
            <pc:docMk/>
            <pc:sldMk cId="55968911" sldId="299"/>
            <ac:picMk id="15" creationId="{049563F2-FABB-8054-8425-D6B8EDBC49E4}"/>
          </ac:picMkLst>
        </pc:picChg>
      </pc:sldChg>
      <pc:sldChg chg="addSp delSp modSp add mod modNotesTx">
        <pc:chgData name="lavip poutu" userId="6973c6c7c0e02752" providerId="LiveId" clId="{877A38C1-9684-44EA-A468-158FE6698D72}" dt="2026-04-01T05:35:49.942" v="9746" actId="20577"/>
        <pc:sldMkLst>
          <pc:docMk/>
          <pc:sldMk cId="1177613287" sldId="300"/>
        </pc:sldMkLst>
        <pc:spChg chg="add mod">
          <ac:chgData name="lavip poutu" userId="6973c6c7c0e02752" providerId="LiveId" clId="{877A38C1-9684-44EA-A468-158FE6698D72}" dt="2026-03-31T04:51:01.443" v="4517" actId="1076"/>
          <ac:spMkLst>
            <pc:docMk/>
            <pc:sldMk cId="1177613287" sldId="300"/>
            <ac:spMk id="8" creationId="{31D7A99C-745B-72AE-2677-D7D95BFCD8B4}"/>
          </ac:spMkLst>
        </pc:spChg>
        <pc:spChg chg="mod">
          <ac:chgData name="lavip poutu" userId="6973c6c7c0e02752" providerId="LiveId" clId="{877A38C1-9684-44EA-A468-158FE6698D72}" dt="2026-03-30T23:39:16.514" v="3244" actId="20577"/>
          <ac:spMkLst>
            <pc:docMk/>
            <pc:sldMk cId="1177613287" sldId="300"/>
            <ac:spMk id="11" creationId="{DFB7D763-FC94-2CCF-3CA5-E2B513B85765}"/>
          </ac:spMkLst>
        </pc:spChg>
        <pc:picChg chg="add mod">
          <ac:chgData name="lavip poutu" userId="6973c6c7c0e02752" providerId="LiveId" clId="{877A38C1-9684-44EA-A468-158FE6698D72}" dt="2026-03-31T04:50:01.658" v="4505" actId="1076"/>
          <ac:picMkLst>
            <pc:docMk/>
            <pc:sldMk cId="1177613287" sldId="300"/>
            <ac:picMk id="7" creationId="{667E8BF1-1984-BF38-894A-744523AEEC21}"/>
          </ac:picMkLst>
        </pc:picChg>
      </pc:sldChg>
      <pc:sldChg chg="add modNotesTx">
        <pc:chgData name="lavip poutu" userId="6973c6c7c0e02752" providerId="LiveId" clId="{877A38C1-9684-44EA-A468-158FE6698D72}" dt="2026-04-01T21:31:25.274" v="10771" actId="20577"/>
        <pc:sldMkLst>
          <pc:docMk/>
          <pc:sldMk cId="2150227880" sldId="301"/>
        </pc:sldMkLst>
      </pc:sldChg>
      <pc:sldChg chg="delSp modSp add mod modNotesTx">
        <pc:chgData name="lavip poutu" userId="6973c6c7c0e02752" providerId="LiveId" clId="{877A38C1-9684-44EA-A468-158FE6698D72}" dt="2026-04-01T21:43:03.868" v="11422" actId="313"/>
        <pc:sldMkLst>
          <pc:docMk/>
          <pc:sldMk cId="2150104020" sldId="302"/>
        </pc:sldMkLst>
        <pc:spChg chg="mod">
          <ac:chgData name="lavip poutu" userId="6973c6c7c0e02752" providerId="LiveId" clId="{877A38C1-9684-44EA-A468-158FE6698D72}" dt="2026-04-01T21:43:03.868" v="11422" actId="313"/>
          <ac:spMkLst>
            <pc:docMk/>
            <pc:sldMk cId="2150104020" sldId="302"/>
            <ac:spMk id="8" creationId="{4AB4005B-808C-5076-B01F-629F9C53F9DF}"/>
          </ac:spMkLst>
        </pc:spChg>
        <pc:spChg chg="mod">
          <ac:chgData name="lavip poutu" userId="6973c6c7c0e02752" providerId="LiveId" clId="{877A38C1-9684-44EA-A468-158FE6698D72}" dt="2026-03-31T00:04:18.025" v="3577" actId="1076"/>
          <ac:spMkLst>
            <pc:docMk/>
            <pc:sldMk cId="2150104020" sldId="302"/>
            <ac:spMk id="11" creationId="{227AD2FD-8093-47F9-1EA0-3ADBB6AD583C}"/>
          </ac:spMkLst>
        </pc:spChg>
      </pc:sldChg>
      <pc:sldChg chg="addSp delSp modSp add mod modNotesTx">
        <pc:chgData name="lavip poutu" userId="6973c6c7c0e02752" providerId="LiveId" clId="{877A38C1-9684-44EA-A468-158FE6698D72}" dt="2026-04-01T05:41:20.386" v="9912" actId="6549"/>
        <pc:sldMkLst>
          <pc:docMk/>
          <pc:sldMk cId="3778174671" sldId="303"/>
        </pc:sldMkLst>
        <pc:spChg chg="mod ord">
          <ac:chgData name="lavip poutu" userId="6973c6c7c0e02752" providerId="LiveId" clId="{877A38C1-9684-44EA-A468-158FE6698D72}" dt="2026-03-31T04:51:34.149" v="4521" actId="1076"/>
          <ac:spMkLst>
            <pc:docMk/>
            <pc:sldMk cId="3778174671" sldId="303"/>
            <ac:spMk id="11" creationId="{C77272A3-16DB-BE48-CFC1-3E0D7271381F}"/>
          </ac:spMkLst>
        </pc:spChg>
        <pc:spChg chg="mod">
          <ac:chgData name="lavip poutu" userId="6973c6c7c0e02752" providerId="LiveId" clId="{877A38C1-9684-44EA-A468-158FE6698D72}" dt="2026-03-31T04:51:30.956" v="4520" actId="1076"/>
          <ac:spMkLst>
            <pc:docMk/>
            <pc:sldMk cId="3778174671" sldId="303"/>
            <ac:spMk id="18" creationId="{96B1812F-206D-80BE-44AC-24E15A6F2C0A}"/>
          </ac:spMkLst>
        </pc:spChg>
        <pc:picChg chg="add del mod">
          <ac:chgData name="lavip poutu" userId="6973c6c7c0e02752" providerId="LiveId" clId="{877A38C1-9684-44EA-A468-158FE6698D72}" dt="2026-04-01T01:57:33.883" v="5681" actId="14100"/>
          <ac:picMkLst>
            <pc:docMk/>
            <pc:sldMk cId="3778174671" sldId="303"/>
            <ac:picMk id="13" creationId="{6607566A-1883-3328-CB8D-50DEAA8BCA59}"/>
          </ac:picMkLst>
        </pc:picChg>
        <pc:picChg chg="add mod">
          <ac:chgData name="lavip poutu" userId="6973c6c7c0e02752" providerId="LiveId" clId="{877A38C1-9684-44EA-A468-158FE6698D72}" dt="2026-03-31T04:51:45.644" v="4523" actId="14100"/>
          <ac:picMkLst>
            <pc:docMk/>
            <pc:sldMk cId="3778174671" sldId="303"/>
            <ac:picMk id="16" creationId="{7F3FB2D1-72A7-44A4-64C4-C03E1498F3A9}"/>
          </ac:picMkLst>
        </pc:picChg>
      </pc:sldChg>
      <pc:sldChg chg="addSp delSp modSp add mod ord setBg modNotesTx">
        <pc:chgData name="lavip poutu" userId="6973c6c7c0e02752" providerId="LiveId" clId="{877A38C1-9684-44EA-A468-158FE6698D72}" dt="2026-04-01T21:46:08.445" v="11568" actId="20577"/>
        <pc:sldMkLst>
          <pc:docMk/>
          <pc:sldMk cId="1715633776" sldId="304"/>
        </pc:sldMkLst>
        <pc:spChg chg="add mod ord">
          <ac:chgData name="lavip poutu" userId="6973c6c7c0e02752" providerId="LiveId" clId="{877A38C1-9684-44EA-A468-158FE6698D72}" dt="2026-04-01T01:59:15.396" v="5696" actId="14100"/>
          <ac:spMkLst>
            <pc:docMk/>
            <pc:sldMk cId="1715633776" sldId="304"/>
            <ac:spMk id="2" creationId="{B2181E26-B81D-CCEC-F670-8D3E9087CFDA}"/>
          </ac:spMkLst>
        </pc:spChg>
        <pc:spChg chg="mod">
          <ac:chgData name="lavip poutu" userId="6973c6c7c0e02752" providerId="LiveId" clId="{877A38C1-9684-44EA-A468-158FE6698D72}" dt="2026-04-01T01:57:01.640" v="5676" actId="20577"/>
          <ac:spMkLst>
            <pc:docMk/>
            <pc:sldMk cId="1715633776" sldId="304"/>
            <ac:spMk id="3" creationId="{3195443E-85E6-EAE5-ABDA-E46732E3E315}"/>
          </ac:spMkLst>
        </pc:spChg>
        <pc:spChg chg="mod">
          <ac:chgData name="lavip poutu" userId="6973c6c7c0e02752" providerId="LiveId" clId="{877A38C1-9684-44EA-A468-158FE6698D72}" dt="2026-04-01T01:58:18.945" v="5682" actId="26606"/>
          <ac:spMkLst>
            <pc:docMk/>
            <pc:sldMk cId="1715633776" sldId="304"/>
            <ac:spMk id="4" creationId="{14E217F9-402D-97A1-B2BF-610ACF05CD14}"/>
          </ac:spMkLst>
        </pc:spChg>
        <pc:spChg chg="mod ord">
          <ac:chgData name="lavip poutu" userId="6973c6c7c0e02752" providerId="LiveId" clId="{877A38C1-9684-44EA-A468-158FE6698D72}" dt="2026-04-01T01:58:18.945" v="5682" actId="26606"/>
          <ac:spMkLst>
            <pc:docMk/>
            <pc:sldMk cId="1715633776" sldId="304"/>
            <ac:spMk id="5" creationId="{ED2DA7B6-8BF4-ADDB-12F6-81F7EFD21A96}"/>
          </ac:spMkLst>
        </pc:spChg>
        <pc:spChg chg="mod ord">
          <ac:chgData name="lavip poutu" userId="6973c6c7c0e02752" providerId="LiveId" clId="{877A38C1-9684-44EA-A468-158FE6698D72}" dt="2026-04-01T01:59:04.235" v="5693" actId="14100"/>
          <ac:spMkLst>
            <pc:docMk/>
            <pc:sldMk cId="1715633776" sldId="304"/>
            <ac:spMk id="9" creationId="{0156D613-C67D-6FB7-51A7-989A0EBD5298}"/>
          </ac:spMkLst>
        </pc:spChg>
        <pc:spChg chg="add">
          <ac:chgData name="lavip poutu" userId="6973c6c7c0e02752" providerId="LiveId" clId="{877A38C1-9684-44EA-A468-158FE6698D72}" dt="2026-04-01T01:58:18.945" v="5682" actId="26606"/>
          <ac:spMkLst>
            <pc:docMk/>
            <pc:sldMk cId="1715633776" sldId="304"/>
            <ac:spMk id="14" creationId="{45E1927C-B3C8-4E1E-A8D4-048EFA2B616D}"/>
          </ac:spMkLst>
        </pc:spChg>
        <pc:spChg chg="add">
          <ac:chgData name="lavip poutu" userId="6973c6c7c0e02752" providerId="LiveId" clId="{877A38C1-9684-44EA-A468-158FE6698D72}" dt="2026-04-01T01:58:18.945" v="5682" actId="26606"/>
          <ac:spMkLst>
            <pc:docMk/>
            <pc:sldMk cId="1715633776" sldId="304"/>
            <ac:spMk id="16" creationId="{C24CD456-79B8-4425-95A0-5344971EA3DA}"/>
          </ac:spMkLst>
        </pc:spChg>
        <pc:spChg chg="add">
          <ac:chgData name="lavip poutu" userId="6973c6c7c0e02752" providerId="LiveId" clId="{877A38C1-9684-44EA-A468-158FE6698D72}" dt="2026-04-01T01:58:18.945" v="5682" actId="26606"/>
          <ac:spMkLst>
            <pc:docMk/>
            <pc:sldMk cId="1715633776" sldId="304"/>
            <ac:spMk id="18" creationId="{3C9C3854-C672-47D2-8FD3-15A88F6CE943}"/>
          </ac:spMkLst>
        </pc:spChg>
        <pc:spChg chg="add">
          <ac:chgData name="lavip poutu" userId="6973c6c7c0e02752" providerId="LiveId" clId="{877A38C1-9684-44EA-A468-158FE6698D72}" dt="2026-04-01T01:58:18.945" v="5682" actId="26606"/>
          <ac:spMkLst>
            <pc:docMk/>
            <pc:sldMk cId="1715633776" sldId="304"/>
            <ac:spMk id="20" creationId="{AE886DDB-D248-47D2-9A3C-8E203F697C0E}"/>
          </ac:spMkLst>
        </pc:spChg>
        <pc:spChg chg="add">
          <ac:chgData name="lavip poutu" userId="6973c6c7c0e02752" providerId="LiveId" clId="{877A38C1-9684-44EA-A468-158FE6698D72}" dt="2026-04-01T01:58:18.945" v="5682" actId="26606"/>
          <ac:spMkLst>
            <pc:docMk/>
            <pc:sldMk cId="1715633776" sldId="304"/>
            <ac:spMk id="22" creationId="{F36FEC56-B33E-40ED-923C-498D3BEEEC11}"/>
          </ac:spMkLst>
        </pc:spChg>
        <pc:spChg chg="add">
          <ac:chgData name="lavip poutu" userId="6973c6c7c0e02752" providerId="LiveId" clId="{877A38C1-9684-44EA-A468-158FE6698D72}" dt="2026-04-01T01:58:18.945" v="5682" actId="26606"/>
          <ac:spMkLst>
            <pc:docMk/>
            <pc:sldMk cId="1715633776" sldId="304"/>
            <ac:spMk id="24" creationId="{D99B66FE-83E7-4E7B-9C00-1A61ADF87F14}"/>
          </ac:spMkLst>
        </pc:spChg>
        <pc:picChg chg="add mod">
          <ac:chgData name="lavip poutu" userId="6973c6c7c0e02752" providerId="LiveId" clId="{877A38C1-9684-44EA-A468-158FE6698D72}" dt="2026-04-01T02:02:05.729" v="5700" actId="14100"/>
          <ac:picMkLst>
            <pc:docMk/>
            <pc:sldMk cId="1715633776" sldId="304"/>
            <ac:picMk id="8" creationId="{790243F0-4ABF-2B25-21BE-C147966B597C}"/>
          </ac:picMkLst>
        </pc:picChg>
      </pc:sldChg>
      <pc:sldMasterChg chg="setBg modSldLayout">
        <pc:chgData name="lavip poutu" userId="6973c6c7c0e02752" providerId="LiveId" clId="{877A38C1-9684-44EA-A468-158FE6698D72}" dt="2026-03-30T22:02:33.969" v="2474"/>
        <pc:sldMasterMkLst>
          <pc:docMk/>
          <pc:sldMasterMk cId="1594382437" sldId="2147483648"/>
        </pc:sldMasterMkLst>
        <pc:sldLayoutChg chg="setBg">
          <pc:chgData name="lavip poutu" userId="6973c6c7c0e02752" providerId="LiveId" clId="{877A38C1-9684-44EA-A468-158FE6698D72}" dt="2026-03-30T22:02:33.969" v="2474"/>
          <pc:sldLayoutMkLst>
            <pc:docMk/>
            <pc:sldMasterMk cId="1594382437" sldId="2147483648"/>
            <pc:sldLayoutMk cId="3658478663" sldId="2147483649"/>
          </pc:sldLayoutMkLst>
        </pc:sldLayoutChg>
        <pc:sldLayoutChg chg="setBg">
          <pc:chgData name="lavip poutu" userId="6973c6c7c0e02752" providerId="LiveId" clId="{877A38C1-9684-44EA-A468-158FE6698D72}" dt="2026-03-30T22:02:33.969" v="2474"/>
          <pc:sldLayoutMkLst>
            <pc:docMk/>
            <pc:sldMasterMk cId="1594382437" sldId="2147483648"/>
            <pc:sldLayoutMk cId="2859332402" sldId="2147483650"/>
          </pc:sldLayoutMkLst>
        </pc:sldLayoutChg>
        <pc:sldLayoutChg chg="setBg">
          <pc:chgData name="lavip poutu" userId="6973c6c7c0e02752" providerId="LiveId" clId="{877A38C1-9684-44EA-A468-158FE6698D72}" dt="2026-03-30T22:02:33.969" v="2474"/>
          <pc:sldLayoutMkLst>
            <pc:docMk/>
            <pc:sldMasterMk cId="1594382437" sldId="2147483648"/>
            <pc:sldLayoutMk cId="2932999703" sldId="2147483651"/>
          </pc:sldLayoutMkLst>
        </pc:sldLayoutChg>
        <pc:sldLayoutChg chg="setBg">
          <pc:chgData name="lavip poutu" userId="6973c6c7c0e02752" providerId="LiveId" clId="{877A38C1-9684-44EA-A468-158FE6698D72}" dt="2026-03-30T22:02:33.969" v="2474"/>
          <pc:sldLayoutMkLst>
            <pc:docMk/>
            <pc:sldMasterMk cId="1594382437" sldId="2147483648"/>
            <pc:sldLayoutMk cId="3309422224" sldId="2147483652"/>
          </pc:sldLayoutMkLst>
        </pc:sldLayoutChg>
        <pc:sldLayoutChg chg="setBg">
          <pc:chgData name="lavip poutu" userId="6973c6c7c0e02752" providerId="LiveId" clId="{877A38C1-9684-44EA-A468-158FE6698D72}" dt="2026-03-30T22:02:33.969" v="2474"/>
          <pc:sldLayoutMkLst>
            <pc:docMk/>
            <pc:sldMasterMk cId="1594382437" sldId="2147483648"/>
            <pc:sldLayoutMk cId="2895713530" sldId="2147483653"/>
          </pc:sldLayoutMkLst>
        </pc:sldLayoutChg>
        <pc:sldLayoutChg chg="setBg">
          <pc:chgData name="lavip poutu" userId="6973c6c7c0e02752" providerId="LiveId" clId="{877A38C1-9684-44EA-A468-158FE6698D72}" dt="2026-03-30T22:02:33.969" v="2474"/>
          <pc:sldLayoutMkLst>
            <pc:docMk/>
            <pc:sldMasterMk cId="1594382437" sldId="2147483648"/>
            <pc:sldLayoutMk cId="1887887117" sldId="2147483654"/>
          </pc:sldLayoutMkLst>
        </pc:sldLayoutChg>
        <pc:sldLayoutChg chg="setBg">
          <pc:chgData name="lavip poutu" userId="6973c6c7c0e02752" providerId="LiveId" clId="{877A38C1-9684-44EA-A468-158FE6698D72}" dt="2026-03-30T22:02:33.969" v="2474"/>
          <pc:sldLayoutMkLst>
            <pc:docMk/>
            <pc:sldMasterMk cId="1594382437" sldId="2147483648"/>
            <pc:sldLayoutMk cId="4035994620" sldId="2147483655"/>
          </pc:sldLayoutMkLst>
        </pc:sldLayoutChg>
        <pc:sldLayoutChg chg="setBg">
          <pc:chgData name="lavip poutu" userId="6973c6c7c0e02752" providerId="LiveId" clId="{877A38C1-9684-44EA-A468-158FE6698D72}" dt="2026-03-30T22:02:33.969" v="2474"/>
          <pc:sldLayoutMkLst>
            <pc:docMk/>
            <pc:sldMasterMk cId="1594382437" sldId="2147483648"/>
            <pc:sldLayoutMk cId="2846384390" sldId="2147483656"/>
          </pc:sldLayoutMkLst>
        </pc:sldLayoutChg>
        <pc:sldLayoutChg chg="setBg">
          <pc:chgData name="lavip poutu" userId="6973c6c7c0e02752" providerId="LiveId" clId="{877A38C1-9684-44EA-A468-158FE6698D72}" dt="2026-03-30T22:02:33.969" v="2474"/>
          <pc:sldLayoutMkLst>
            <pc:docMk/>
            <pc:sldMasterMk cId="1594382437" sldId="2147483648"/>
            <pc:sldLayoutMk cId="3815576689" sldId="2147483657"/>
          </pc:sldLayoutMkLst>
        </pc:sldLayoutChg>
        <pc:sldLayoutChg chg="setBg">
          <pc:chgData name="lavip poutu" userId="6973c6c7c0e02752" providerId="LiveId" clId="{877A38C1-9684-44EA-A468-158FE6698D72}" dt="2026-03-30T22:02:33.969" v="2474"/>
          <pc:sldLayoutMkLst>
            <pc:docMk/>
            <pc:sldMasterMk cId="1594382437" sldId="2147483648"/>
            <pc:sldLayoutMk cId="1561437621" sldId="2147483658"/>
          </pc:sldLayoutMkLst>
        </pc:sldLayoutChg>
        <pc:sldLayoutChg chg="setBg">
          <pc:chgData name="lavip poutu" userId="6973c6c7c0e02752" providerId="LiveId" clId="{877A38C1-9684-44EA-A468-158FE6698D72}" dt="2026-03-30T22:02:33.969" v="2474"/>
          <pc:sldLayoutMkLst>
            <pc:docMk/>
            <pc:sldMasterMk cId="1594382437" sldId="2147483648"/>
            <pc:sldLayoutMk cId="3457483507" sldId="2147483659"/>
          </pc:sldLayoutMkLst>
        </pc:sldLayoutChg>
      </pc:sldMasterChg>
      <pc:sldMasterChg chg="new del mod addSldLayout delSldLayout">
        <pc:chgData name="lavip poutu" userId="6973c6c7c0e02752" providerId="LiveId" clId="{877A38C1-9684-44EA-A468-158FE6698D72}" dt="2026-04-01T05:13:47.131" v="8518" actId="6938"/>
        <pc:sldMasterMkLst>
          <pc:docMk/>
          <pc:sldMasterMk cId="1255010200" sldId="2147483660"/>
        </pc:sldMasterMkLst>
        <pc:sldLayoutChg chg="new del replId">
          <pc:chgData name="lavip poutu" userId="6973c6c7c0e02752" providerId="LiveId" clId="{877A38C1-9684-44EA-A468-158FE6698D72}" dt="2026-04-01T05:13:47.131" v="8518" actId="6938"/>
          <pc:sldLayoutMkLst>
            <pc:docMk/>
            <pc:sldMasterMk cId="1255010200" sldId="2147483660"/>
            <pc:sldLayoutMk cId="2065024678" sldId="2147483661"/>
          </pc:sldLayoutMkLst>
        </pc:sldLayoutChg>
        <pc:sldLayoutChg chg="new del replId">
          <pc:chgData name="lavip poutu" userId="6973c6c7c0e02752" providerId="LiveId" clId="{877A38C1-9684-44EA-A468-158FE6698D72}" dt="2026-04-01T05:13:47.131" v="8518" actId="6938"/>
          <pc:sldLayoutMkLst>
            <pc:docMk/>
            <pc:sldMasterMk cId="1255010200" sldId="2147483660"/>
            <pc:sldLayoutMk cId="3299362454" sldId="2147483662"/>
          </pc:sldLayoutMkLst>
        </pc:sldLayoutChg>
        <pc:sldLayoutChg chg="new del replId">
          <pc:chgData name="lavip poutu" userId="6973c6c7c0e02752" providerId="LiveId" clId="{877A38C1-9684-44EA-A468-158FE6698D72}" dt="2026-04-01T05:13:47.131" v="8518" actId="6938"/>
          <pc:sldLayoutMkLst>
            <pc:docMk/>
            <pc:sldMasterMk cId="1255010200" sldId="2147483660"/>
            <pc:sldLayoutMk cId="434024963" sldId="2147483663"/>
          </pc:sldLayoutMkLst>
        </pc:sldLayoutChg>
        <pc:sldLayoutChg chg="new del replId">
          <pc:chgData name="lavip poutu" userId="6973c6c7c0e02752" providerId="LiveId" clId="{877A38C1-9684-44EA-A468-158FE6698D72}" dt="2026-04-01T05:13:47.131" v="8518" actId="6938"/>
          <pc:sldLayoutMkLst>
            <pc:docMk/>
            <pc:sldMasterMk cId="1255010200" sldId="2147483660"/>
            <pc:sldLayoutMk cId="2240483299" sldId="2147483664"/>
          </pc:sldLayoutMkLst>
        </pc:sldLayoutChg>
        <pc:sldLayoutChg chg="new del replId">
          <pc:chgData name="lavip poutu" userId="6973c6c7c0e02752" providerId="LiveId" clId="{877A38C1-9684-44EA-A468-158FE6698D72}" dt="2026-04-01T05:13:47.131" v="8518" actId="6938"/>
          <pc:sldLayoutMkLst>
            <pc:docMk/>
            <pc:sldMasterMk cId="1255010200" sldId="2147483660"/>
            <pc:sldLayoutMk cId="2308581067" sldId="2147483665"/>
          </pc:sldLayoutMkLst>
        </pc:sldLayoutChg>
        <pc:sldLayoutChg chg="new del replId">
          <pc:chgData name="lavip poutu" userId="6973c6c7c0e02752" providerId="LiveId" clId="{877A38C1-9684-44EA-A468-158FE6698D72}" dt="2026-04-01T05:13:47.131" v="8518" actId="6938"/>
          <pc:sldLayoutMkLst>
            <pc:docMk/>
            <pc:sldMasterMk cId="1255010200" sldId="2147483660"/>
            <pc:sldLayoutMk cId="3257124603" sldId="2147483666"/>
          </pc:sldLayoutMkLst>
        </pc:sldLayoutChg>
        <pc:sldLayoutChg chg="new del replId">
          <pc:chgData name="lavip poutu" userId="6973c6c7c0e02752" providerId="LiveId" clId="{877A38C1-9684-44EA-A468-158FE6698D72}" dt="2026-04-01T05:13:47.131" v="8518" actId="6938"/>
          <pc:sldLayoutMkLst>
            <pc:docMk/>
            <pc:sldMasterMk cId="1255010200" sldId="2147483660"/>
            <pc:sldLayoutMk cId="3341544183" sldId="2147483667"/>
          </pc:sldLayoutMkLst>
        </pc:sldLayoutChg>
        <pc:sldLayoutChg chg="new del replId">
          <pc:chgData name="lavip poutu" userId="6973c6c7c0e02752" providerId="LiveId" clId="{877A38C1-9684-44EA-A468-158FE6698D72}" dt="2026-04-01T05:13:47.131" v="8518" actId="6938"/>
          <pc:sldLayoutMkLst>
            <pc:docMk/>
            <pc:sldMasterMk cId="1255010200" sldId="2147483660"/>
            <pc:sldLayoutMk cId="1938060912" sldId="2147483668"/>
          </pc:sldLayoutMkLst>
        </pc:sldLayoutChg>
        <pc:sldLayoutChg chg="new del replId">
          <pc:chgData name="lavip poutu" userId="6973c6c7c0e02752" providerId="LiveId" clId="{877A38C1-9684-44EA-A468-158FE6698D72}" dt="2026-04-01T05:13:47.131" v="8518" actId="6938"/>
          <pc:sldLayoutMkLst>
            <pc:docMk/>
            <pc:sldMasterMk cId="1255010200" sldId="2147483660"/>
            <pc:sldLayoutMk cId="1329582032" sldId="2147483669"/>
          </pc:sldLayoutMkLst>
        </pc:sldLayoutChg>
        <pc:sldLayoutChg chg="new del replId">
          <pc:chgData name="lavip poutu" userId="6973c6c7c0e02752" providerId="LiveId" clId="{877A38C1-9684-44EA-A468-158FE6698D72}" dt="2026-04-01T05:13:47.131" v="8518" actId="6938"/>
          <pc:sldLayoutMkLst>
            <pc:docMk/>
            <pc:sldMasterMk cId="1255010200" sldId="2147483660"/>
            <pc:sldLayoutMk cId="1804434774" sldId="2147483670"/>
          </pc:sldLayoutMkLst>
        </pc:sldLayoutChg>
        <pc:sldLayoutChg chg="new del replId">
          <pc:chgData name="lavip poutu" userId="6973c6c7c0e02752" providerId="LiveId" clId="{877A38C1-9684-44EA-A468-158FE6698D72}" dt="2026-04-01T05:13:47.131" v="8518" actId="6938"/>
          <pc:sldLayoutMkLst>
            <pc:docMk/>
            <pc:sldMasterMk cId="1255010200" sldId="2147483660"/>
            <pc:sldLayoutMk cId="1862129397" sldId="2147483671"/>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NZ"/>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9F3C334-0B68-4EAC-8C47-EFA21654EAC2}" type="datetimeFigureOut">
              <a:rPr lang="en-NZ" smtClean="0"/>
              <a:t>2/04/2026</a:t>
            </a:fld>
            <a:endParaRPr lang="en-NZ"/>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NZ"/>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NZ"/>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4B19AD4-5B5B-463A-BF18-25A6935F4E53}" type="slidenum">
              <a:rPr lang="en-NZ" smtClean="0"/>
              <a:t>‹#›</a:t>
            </a:fld>
            <a:endParaRPr lang="en-NZ"/>
          </a:p>
        </p:txBody>
      </p:sp>
    </p:spTree>
    <p:extLst>
      <p:ext uri="{BB962C8B-B14F-4D97-AF65-F5344CB8AC3E}">
        <p14:creationId xmlns:p14="http://schemas.microsoft.com/office/powerpoint/2010/main" val="38186924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kern="1200" dirty="0">
                <a:solidFill>
                  <a:schemeClr val="tx1"/>
                </a:solidFill>
                <a:effectLst/>
                <a:latin typeface="+mn-lt"/>
                <a:ea typeface="+mn-ea"/>
                <a:cs typeface="+mn-cs"/>
              </a:rPr>
              <a:t>Kia ora. My name is Lavinia and I am introducing you to my Capstone Project, a social media application called Tairawhiti Rising.</a:t>
            </a:r>
            <a:endParaRPr lang="en-NZ" sz="120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1272F994-213F-4F2D-917C-F0B2BBDB6E12}" type="slidenum">
              <a:rPr lang="en-NZ" smtClean="0"/>
              <a:t>1</a:t>
            </a:fld>
            <a:endParaRPr lang="en-NZ"/>
          </a:p>
        </p:txBody>
      </p:sp>
    </p:spTree>
    <p:extLst>
      <p:ext uri="{BB962C8B-B14F-4D97-AF65-F5344CB8AC3E}">
        <p14:creationId xmlns:p14="http://schemas.microsoft.com/office/powerpoint/2010/main" val="257905305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339684-AA9E-4274-0845-2CF49CA674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6ECAF45-4A6A-BCCE-557B-9D98BF9D4A5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A7200A5-529A-F2BD-0F35-02BC117A5625}"/>
              </a:ext>
            </a:extLst>
          </p:cNvPr>
          <p:cNvSpPr>
            <a:spLocks noGrp="1"/>
          </p:cNvSpPr>
          <p:nvPr>
            <p:ph type="body" idx="1"/>
          </p:nvPr>
        </p:nvSpPr>
        <p:spPr/>
        <p:txBody>
          <a:bodyPr/>
          <a:lstStyle/>
          <a:p>
            <a:r>
              <a:rPr lang="en-NZ" dirty="0"/>
              <a:t>We will cover the purpose and the problem that Tairawhiti Rising aims to solve.  </a:t>
            </a:r>
          </a:p>
          <a:p>
            <a:r>
              <a:rPr lang="en-NZ" dirty="0"/>
              <a:t>We will look at current and desired state, relevant industry context and key stakeholders.</a:t>
            </a:r>
          </a:p>
          <a:p>
            <a:r>
              <a:rPr lang="en-NZ" dirty="0"/>
              <a:t>I’ll cover a detailed product description and what falls </a:t>
            </a:r>
            <a:r>
              <a:rPr lang="en-NZ" b="1" dirty="0"/>
              <a:t>out of scope plus </a:t>
            </a:r>
            <a:r>
              <a:rPr lang="en-NZ" dirty="0"/>
              <a:t>highlight non functional requirements.  </a:t>
            </a:r>
          </a:p>
          <a:p>
            <a:r>
              <a:rPr lang="en-NZ" dirty="0"/>
              <a:t>You will see the project planning, testing and implementation as well as the end to end solution. </a:t>
            </a:r>
          </a:p>
          <a:p>
            <a:r>
              <a:rPr lang="en-NZ" dirty="0"/>
              <a:t>Finally I will share references, demonstrate the working product and cover any questions at the end.</a:t>
            </a:r>
          </a:p>
        </p:txBody>
      </p:sp>
      <p:sp>
        <p:nvSpPr>
          <p:cNvPr id="4" name="Slide Number Placeholder 3">
            <a:extLst>
              <a:ext uri="{FF2B5EF4-FFF2-40B4-BE49-F238E27FC236}">
                <a16:creationId xmlns:a16="http://schemas.microsoft.com/office/drawing/2014/main" id="{543884AD-3261-C73C-1C49-015C2D625D38}"/>
              </a:ext>
            </a:extLst>
          </p:cNvPr>
          <p:cNvSpPr>
            <a:spLocks noGrp="1"/>
          </p:cNvSpPr>
          <p:nvPr>
            <p:ph type="sldNum" sz="quarter" idx="5"/>
          </p:nvPr>
        </p:nvSpPr>
        <p:spPr/>
        <p:txBody>
          <a:bodyPr/>
          <a:lstStyle/>
          <a:p>
            <a:fld id="{1272F994-213F-4F2D-917C-F0B2BBDB6E12}" type="slidenum">
              <a:rPr lang="en-NZ" smtClean="0"/>
              <a:t>2</a:t>
            </a:fld>
            <a:endParaRPr lang="en-NZ"/>
          </a:p>
        </p:txBody>
      </p:sp>
    </p:spTree>
    <p:extLst>
      <p:ext uri="{BB962C8B-B14F-4D97-AF65-F5344CB8AC3E}">
        <p14:creationId xmlns:p14="http://schemas.microsoft.com/office/powerpoint/2010/main" val="378668221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72E791-86DA-935E-9B6C-94920F863E2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A6AC1A1-1828-588D-1DC7-486F38BDAA7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A84B14F-0AFB-65FE-58BE-F7A636BE3293}"/>
              </a:ext>
            </a:extLst>
          </p:cNvPr>
          <p:cNvSpPr>
            <a:spLocks noGrp="1"/>
          </p:cNvSpPr>
          <p:nvPr>
            <p:ph type="body" idx="1"/>
          </p:nvPr>
        </p:nvSpPr>
        <p:spPr/>
        <p:txBody>
          <a:bodyPr/>
          <a:lstStyle/>
          <a:p>
            <a:r>
              <a:rPr lang="en-GB" sz="1200" kern="1200" dirty="0">
                <a:solidFill>
                  <a:schemeClr val="tx1"/>
                </a:solidFill>
                <a:effectLst/>
                <a:latin typeface="+mn-lt"/>
                <a:ea typeface="+mn-ea"/>
                <a:cs typeface="+mn-cs"/>
              </a:rPr>
              <a:t>The purpose of Tairawhiti Rising is to provide a platform for users to </a:t>
            </a:r>
            <a:r>
              <a:rPr lang="en-GB" sz="1200" u="sng" kern="1200" dirty="0">
                <a:solidFill>
                  <a:schemeClr val="tx1"/>
                </a:solidFill>
                <a:effectLst/>
                <a:latin typeface="+mn-lt"/>
                <a:ea typeface="+mn-ea"/>
                <a:cs typeface="+mn-cs"/>
              </a:rPr>
              <a:t>access support or offer support</a:t>
            </a:r>
            <a:r>
              <a:rPr lang="en-GB" sz="1200" kern="1200" dirty="0">
                <a:solidFill>
                  <a:schemeClr val="tx1"/>
                </a:solidFill>
                <a:effectLst/>
                <a:latin typeface="+mn-lt"/>
                <a:ea typeface="+mn-ea"/>
                <a:cs typeface="+mn-cs"/>
              </a:rPr>
              <a:t> to others who may be going through similar experiences.  </a:t>
            </a:r>
            <a:endParaRPr lang="en-NZ"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 </a:t>
            </a:r>
            <a:r>
              <a:rPr lang="en-NZ" sz="1200" kern="1200" dirty="0">
                <a:solidFill>
                  <a:schemeClr val="tx1"/>
                </a:solidFill>
                <a:effectLst/>
                <a:latin typeface="+mn-lt"/>
                <a:ea typeface="+mn-ea"/>
                <a:cs typeface="+mn-cs"/>
              </a:rPr>
              <a:t>It is an online community supporting each other to strengthen family and future generations through shared learnings and community voice.</a:t>
            </a:r>
          </a:p>
          <a:p>
            <a:r>
              <a:rPr lang="en-GB" sz="1200" kern="1200" dirty="0">
                <a:solidFill>
                  <a:schemeClr val="tx1"/>
                </a:solidFill>
                <a:effectLst/>
                <a:latin typeface="+mn-lt"/>
                <a:ea typeface="+mn-ea"/>
                <a:cs typeface="+mn-cs"/>
              </a:rPr>
              <a:t> The insights gained by user voice and experiences can be used to inform improvements in social service design.</a:t>
            </a:r>
            <a:endParaRPr lang="en-NZ" sz="1200" kern="1200" dirty="0">
              <a:solidFill>
                <a:schemeClr val="tx1"/>
              </a:solidFill>
              <a:effectLst/>
              <a:latin typeface="+mn-lt"/>
              <a:ea typeface="+mn-ea"/>
              <a:cs typeface="+mn-cs"/>
            </a:endParaRPr>
          </a:p>
          <a:p>
            <a:endParaRPr lang="en-NZ" dirty="0"/>
          </a:p>
        </p:txBody>
      </p:sp>
      <p:sp>
        <p:nvSpPr>
          <p:cNvPr id="4" name="Slide Number Placeholder 3">
            <a:extLst>
              <a:ext uri="{FF2B5EF4-FFF2-40B4-BE49-F238E27FC236}">
                <a16:creationId xmlns:a16="http://schemas.microsoft.com/office/drawing/2014/main" id="{F9E1EE00-7632-74BE-8130-1428F01C4FAA}"/>
              </a:ext>
            </a:extLst>
          </p:cNvPr>
          <p:cNvSpPr>
            <a:spLocks noGrp="1"/>
          </p:cNvSpPr>
          <p:nvPr>
            <p:ph type="sldNum" sz="quarter" idx="5"/>
          </p:nvPr>
        </p:nvSpPr>
        <p:spPr/>
        <p:txBody>
          <a:bodyPr/>
          <a:lstStyle/>
          <a:p>
            <a:fld id="{1272F994-213F-4F2D-917C-F0B2BBDB6E12}" type="slidenum">
              <a:rPr lang="en-NZ" smtClean="0"/>
              <a:t>3</a:t>
            </a:fld>
            <a:endParaRPr lang="en-NZ"/>
          </a:p>
        </p:txBody>
      </p:sp>
    </p:spTree>
    <p:extLst>
      <p:ext uri="{BB962C8B-B14F-4D97-AF65-F5344CB8AC3E}">
        <p14:creationId xmlns:p14="http://schemas.microsoft.com/office/powerpoint/2010/main" val="21725447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02D8FD-40A4-0AD7-9E5E-FD995F1D7F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5D0E9E-B1D1-D722-EF5D-437D076EA0C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CE158F-7E29-41DF-5865-FE8C5FCA15F6}"/>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kern="1200" dirty="0">
                <a:solidFill>
                  <a:schemeClr val="tx1"/>
                </a:solidFill>
                <a:effectLst/>
                <a:latin typeface="+mn-lt"/>
                <a:ea typeface="+mn-ea"/>
                <a:cs typeface="+mn-cs"/>
              </a:rPr>
              <a:t>Individuals in Tairawhiti are finding it </a:t>
            </a:r>
            <a:r>
              <a:rPr lang="en-GB" sz="1200" u="sng" kern="1200" dirty="0">
                <a:solidFill>
                  <a:schemeClr val="tx1"/>
                </a:solidFill>
                <a:effectLst/>
                <a:latin typeface="+mn-lt"/>
                <a:ea typeface="+mn-ea"/>
                <a:cs typeface="+mn-cs"/>
              </a:rPr>
              <a:t>harder to access the support that they need</a:t>
            </a:r>
            <a:r>
              <a:rPr lang="en-GB" sz="1200" kern="1200" dirty="0">
                <a:solidFill>
                  <a:schemeClr val="tx1"/>
                </a:solidFill>
                <a:effectLst/>
                <a:latin typeface="+mn-lt"/>
                <a:ea typeface="+mn-ea"/>
                <a:cs typeface="+mn-cs"/>
              </a:rPr>
              <a:t> from agencies and service providers.  Unmet needs are increasing and contributing to negative outcomes for families.  </a:t>
            </a:r>
            <a:r>
              <a:rPr lang="en-NZ" dirty="0"/>
              <a:t>In Tairawhiti 2 3rds of the population are living in hardship, that’s 33,000 people and 77% are </a:t>
            </a:r>
            <a:r>
              <a:rPr lang="en-NZ" dirty="0" err="1"/>
              <a:t>Maori</a:t>
            </a:r>
            <a:r>
              <a:rPr lang="en-NZ" dirty="0"/>
              <a:t>.</a:t>
            </a:r>
          </a:p>
          <a:p>
            <a:endParaRPr lang="en-NZ"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Current social service measurement focuses on administrative outputs.  Existing survey-based methods often fail to reveal why a service succeeds or falls short. </a:t>
            </a:r>
            <a:endParaRPr lang="en-NZ"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kern="1200" dirty="0">
                <a:solidFill>
                  <a:schemeClr val="tx1"/>
                </a:solidFill>
                <a:effectLst/>
                <a:latin typeface="+mn-lt"/>
                <a:ea typeface="+mn-ea"/>
                <a:cs typeface="+mn-cs"/>
              </a:rPr>
              <a:t>Agencies rarely understand the true needs of the people they serve, nor do they document what matters to them. </a:t>
            </a:r>
            <a:endParaRPr lang="en-NZ"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 </a:t>
            </a:r>
            <a:endParaRPr lang="en-NZ"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Tairawhiti Rising aims to improve access to information, knowledge about services and strengthen understanding of user experience.  </a:t>
            </a:r>
          </a:p>
          <a:p>
            <a:r>
              <a:rPr lang="en-GB" sz="1200" kern="1200" dirty="0">
                <a:solidFill>
                  <a:schemeClr val="tx1"/>
                </a:solidFill>
                <a:effectLst/>
                <a:latin typeface="+mn-lt"/>
                <a:ea typeface="+mn-ea"/>
                <a:cs typeface="+mn-cs"/>
              </a:rPr>
              <a:t>It is an opportunity for service design to reflect what matters to users, to understand where there are significant gaps in services, and for services to be improved effectively.  </a:t>
            </a:r>
            <a:endParaRPr lang="en-NZ"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 </a:t>
            </a:r>
            <a:endParaRPr lang="en-NZ" sz="1200" kern="1200" dirty="0">
              <a:solidFill>
                <a:schemeClr val="tx1"/>
              </a:solidFill>
              <a:effectLst/>
              <a:latin typeface="+mn-lt"/>
              <a:ea typeface="+mn-ea"/>
              <a:cs typeface="+mn-cs"/>
            </a:endParaRPr>
          </a:p>
          <a:p>
            <a:endParaRPr lang="en-NZ" dirty="0"/>
          </a:p>
        </p:txBody>
      </p:sp>
      <p:sp>
        <p:nvSpPr>
          <p:cNvPr id="4" name="Slide Number Placeholder 3">
            <a:extLst>
              <a:ext uri="{FF2B5EF4-FFF2-40B4-BE49-F238E27FC236}">
                <a16:creationId xmlns:a16="http://schemas.microsoft.com/office/drawing/2014/main" id="{E7E7ECE7-A699-A1AA-0EC3-B2F673F73C84}"/>
              </a:ext>
            </a:extLst>
          </p:cNvPr>
          <p:cNvSpPr>
            <a:spLocks noGrp="1"/>
          </p:cNvSpPr>
          <p:nvPr>
            <p:ph type="sldNum" sz="quarter" idx="5"/>
          </p:nvPr>
        </p:nvSpPr>
        <p:spPr/>
        <p:txBody>
          <a:bodyPr/>
          <a:lstStyle/>
          <a:p>
            <a:fld id="{1272F994-213F-4F2D-917C-F0B2BBDB6E12}" type="slidenum">
              <a:rPr lang="en-NZ" smtClean="0"/>
              <a:t>4</a:t>
            </a:fld>
            <a:endParaRPr lang="en-NZ"/>
          </a:p>
        </p:txBody>
      </p:sp>
    </p:spTree>
    <p:extLst>
      <p:ext uri="{BB962C8B-B14F-4D97-AF65-F5344CB8AC3E}">
        <p14:creationId xmlns:p14="http://schemas.microsoft.com/office/powerpoint/2010/main" val="190126711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E07FD6-6596-787A-03FB-86B4DCEF8CF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731F56E-EAE5-3529-748F-B702336F77C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D026143-90D7-F59A-B782-364A757CE832}"/>
              </a:ext>
            </a:extLst>
          </p:cNvPr>
          <p:cNvSpPr>
            <a:spLocks noGrp="1"/>
          </p:cNvSpPr>
          <p:nvPr>
            <p:ph type="body" idx="1"/>
          </p:nvPr>
        </p:nvSpPr>
        <p:spPr/>
        <p:txBody>
          <a:bodyPr/>
          <a:lstStyle/>
          <a:p>
            <a:r>
              <a:rPr lang="en-GB" sz="1200" b="1" kern="1200" dirty="0">
                <a:solidFill>
                  <a:schemeClr val="tx1"/>
                </a:solidFill>
                <a:effectLst/>
                <a:latin typeface="+mn-lt"/>
                <a:ea typeface="+mn-ea"/>
                <a:cs typeface="+mn-cs"/>
              </a:rPr>
              <a:t>What is the current state </a:t>
            </a:r>
          </a:p>
          <a:p>
            <a:r>
              <a:rPr lang="en-NZ" sz="1200" kern="1200" dirty="0">
                <a:solidFill>
                  <a:schemeClr val="tx1"/>
                </a:solidFill>
                <a:effectLst/>
                <a:latin typeface="+mn-lt"/>
                <a:ea typeface="+mn-ea"/>
                <a:cs typeface="+mn-cs"/>
              </a:rPr>
              <a:t>Social services are under pressure to meet government-mandated targets, which may not align with the actual needs of users. </a:t>
            </a:r>
          </a:p>
          <a:p>
            <a:r>
              <a:rPr lang="en-NZ" sz="1200" kern="1200" dirty="0">
                <a:solidFill>
                  <a:schemeClr val="tx1"/>
                </a:solidFill>
                <a:effectLst/>
                <a:latin typeface="+mn-lt"/>
                <a:ea typeface="+mn-ea"/>
                <a:cs typeface="+mn-cs"/>
              </a:rPr>
              <a:t>Services are delivered according to system capabilities and funding, not individual needs. </a:t>
            </a:r>
          </a:p>
          <a:p>
            <a:r>
              <a:rPr lang="en-NZ" sz="1200" kern="1200" dirty="0">
                <a:solidFill>
                  <a:schemeClr val="tx1"/>
                </a:solidFill>
                <a:effectLst/>
                <a:latin typeface="+mn-lt"/>
                <a:ea typeface="+mn-ea"/>
                <a:cs typeface="+mn-cs"/>
              </a:rPr>
              <a:t>This creates a self-perpetuating cycle: </a:t>
            </a:r>
            <a:r>
              <a:rPr lang="en-NZ" sz="1200" u="sng" kern="1200" dirty="0">
                <a:solidFill>
                  <a:schemeClr val="tx1"/>
                </a:solidFill>
                <a:effectLst/>
                <a:latin typeface="+mn-lt"/>
                <a:ea typeface="+mn-ea"/>
                <a:cs typeface="+mn-cs"/>
              </a:rPr>
              <a:t>services appear necessary and well-utilized, while real user needs remain unmet.</a:t>
            </a:r>
            <a:endParaRPr lang="en-NZ"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 </a:t>
            </a:r>
            <a:endParaRPr lang="en-NZ" sz="1200"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The desired state that </a:t>
            </a:r>
            <a:r>
              <a:rPr lang="en-NZ" sz="1200" kern="1200" dirty="0">
                <a:solidFill>
                  <a:schemeClr val="tx1"/>
                </a:solidFill>
                <a:effectLst/>
                <a:latin typeface="+mn-lt"/>
                <a:ea typeface="+mn-ea"/>
                <a:cs typeface="+mn-cs"/>
              </a:rPr>
              <a:t>Tairawhiti Rising aims to achieve IS:</a:t>
            </a:r>
          </a:p>
          <a:p>
            <a:r>
              <a:rPr lang="en-NZ" sz="1200" kern="1200" dirty="0">
                <a:solidFill>
                  <a:schemeClr val="tx1"/>
                </a:solidFill>
                <a:effectLst/>
                <a:latin typeface="+mn-lt"/>
                <a:ea typeface="+mn-ea"/>
                <a:cs typeface="+mn-cs"/>
              </a:rPr>
              <a:t>To capture authentic user experiences and perspectives through a chat forum.</a:t>
            </a:r>
          </a:p>
          <a:p>
            <a:r>
              <a:rPr lang="en-NZ" sz="1200" kern="1200" dirty="0">
                <a:solidFill>
                  <a:schemeClr val="tx1"/>
                </a:solidFill>
                <a:effectLst/>
                <a:latin typeface="+mn-lt"/>
                <a:ea typeface="+mn-ea"/>
                <a:cs typeface="+mn-cs"/>
              </a:rPr>
              <a:t>Enable users to learn from one another and reduce reliance solely on the social service system.</a:t>
            </a:r>
          </a:p>
          <a:p>
            <a:r>
              <a:rPr lang="en-NZ" sz="1200" kern="1200" dirty="0">
                <a:solidFill>
                  <a:schemeClr val="tx1"/>
                </a:solidFill>
                <a:effectLst/>
                <a:latin typeface="+mn-lt"/>
                <a:ea typeface="+mn-ea"/>
                <a:cs typeface="+mn-cs"/>
              </a:rPr>
              <a:t>User feedback informs system design, service improvement, and program delivery </a:t>
            </a:r>
          </a:p>
          <a:p>
            <a:endParaRPr lang="en-NZ" sz="1200" kern="1200" dirty="0">
              <a:solidFill>
                <a:schemeClr val="tx1"/>
              </a:solidFill>
              <a:effectLst/>
              <a:latin typeface="+mn-lt"/>
              <a:ea typeface="+mn-ea"/>
              <a:cs typeface="+mn-cs"/>
            </a:endParaRPr>
          </a:p>
          <a:p>
            <a:r>
              <a:rPr lang="en-NZ" sz="1200" b="1" kern="1200" dirty="0">
                <a:solidFill>
                  <a:schemeClr val="tx1"/>
                </a:solidFill>
                <a:effectLst/>
                <a:latin typeface="+mn-lt"/>
                <a:ea typeface="+mn-ea"/>
                <a:cs typeface="+mn-cs"/>
              </a:rPr>
              <a:t>Key learnings from projects that have attempted to collect user voice include:</a:t>
            </a:r>
          </a:p>
          <a:p>
            <a:r>
              <a:rPr lang="en-NZ" sz="1200" b="1" kern="1200" dirty="0">
                <a:solidFill>
                  <a:schemeClr val="tx1"/>
                </a:solidFill>
                <a:effectLst/>
                <a:latin typeface="+mn-lt"/>
                <a:ea typeface="+mn-ea"/>
                <a:cs typeface="+mn-cs"/>
              </a:rPr>
              <a:t>What works:</a:t>
            </a:r>
          </a:p>
          <a:p>
            <a:r>
              <a:rPr lang="en-NZ" sz="1200" kern="1200" dirty="0">
                <a:solidFill>
                  <a:schemeClr val="tx1"/>
                </a:solidFill>
                <a:effectLst/>
                <a:latin typeface="+mn-lt"/>
                <a:ea typeface="+mn-ea"/>
                <a:cs typeface="+mn-cs"/>
              </a:rPr>
              <a:t>User voice clearly highlights gaps and priorities and flexible frontline approaches can achieve real change. </a:t>
            </a:r>
          </a:p>
          <a:p>
            <a:endParaRPr lang="en-NZ" sz="1200" kern="1200" dirty="0">
              <a:solidFill>
                <a:schemeClr val="tx1"/>
              </a:solidFill>
              <a:effectLst/>
              <a:latin typeface="+mn-lt"/>
              <a:ea typeface="+mn-ea"/>
              <a:cs typeface="+mn-cs"/>
            </a:endParaRPr>
          </a:p>
          <a:p>
            <a:r>
              <a:rPr lang="en-NZ" sz="1200" b="1" kern="1200" dirty="0">
                <a:solidFill>
                  <a:schemeClr val="tx1"/>
                </a:solidFill>
                <a:effectLst/>
                <a:latin typeface="+mn-lt"/>
                <a:ea typeface="+mn-ea"/>
                <a:cs typeface="+mn-cs"/>
              </a:rPr>
              <a:t>What didn’t work:</a:t>
            </a:r>
            <a:r>
              <a:rPr lang="en-NZ" sz="1200" kern="1200" dirty="0">
                <a:solidFill>
                  <a:schemeClr val="tx1"/>
                </a:solidFill>
                <a:effectLst/>
                <a:latin typeface="+mn-lt"/>
                <a:ea typeface="+mn-ea"/>
                <a:cs typeface="+mn-cs"/>
              </a:rPr>
              <a:t> Sustained impact requires leadership by-in, funding, and contract alignment. Disconnects between Central and local government layers can block progress. </a:t>
            </a:r>
          </a:p>
          <a:p>
            <a:r>
              <a:rPr lang="en-NZ" sz="1200" kern="1200" dirty="0">
                <a:solidFill>
                  <a:schemeClr val="tx1"/>
                </a:solidFill>
                <a:effectLst/>
                <a:latin typeface="+mn-lt"/>
                <a:ea typeface="+mn-ea"/>
                <a:cs typeface="+mn-cs"/>
              </a:rPr>
              <a:t> </a:t>
            </a:r>
          </a:p>
          <a:p>
            <a:r>
              <a:rPr lang="en-NZ" sz="1200" kern="1200" dirty="0">
                <a:solidFill>
                  <a:schemeClr val="tx1"/>
                </a:solidFill>
                <a:effectLst/>
                <a:latin typeface="+mn-lt"/>
                <a:ea typeface="+mn-ea"/>
                <a:cs typeface="+mn-cs"/>
              </a:rPr>
              <a:t>These insights show the importance of a structured, sustainable approach to capturing user experience—one that can influence system design and service delivery effectively.</a:t>
            </a:r>
          </a:p>
          <a:p>
            <a:r>
              <a:rPr lang="en-NZ" sz="1200" b="1" kern="1200" dirty="0">
                <a:solidFill>
                  <a:schemeClr val="tx1"/>
                </a:solidFill>
                <a:effectLst/>
                <a:latin typeface="+mn-lt"/>
                <a:ea typeface="+mn-ea"/>
                <a:cs typeface="+mn-cs"/>
              </a:rPr>
              <a:t>Tairawhiti Rising aims to remove the need for third party collection of user voice and experience and gives individuals the opportunity to share their own voice and the impact their experience has on their lives.</a:t>
            </a:r>
          </a:p>
          <a:p>
            <a:endParaRPr lang="en-NZ" sz="1200" kern="1200" dirty="0">
              <a:solidFill>
                <a:schemeClr val="tx1"/>
              </a:solidFill>
              <a:effectLst/>
              <a:latin typeface="+mn-lt"/>
              <a:ea typeface="+mn-ea"/>
              <a:cs typeface="+mn-cs"/>
            </a:endParaRPr>
          </a:p>
          <a:p>
            <a:endParaRPr lang="en-NZ" dirty="0"/>
          </a:p>
        </p:txBody>
      </p:sp>
      <p:sp>
        <p:nvSpPr>
          <p:cNvPr id="4" name="Slide Number Placeholder 3">
            <a:extLst>
              <a:ext uri="{FF2B5EF4-FFF2-40B4-BE49-F238E27FC236}">
                <a16:creationId xmlns:a16="http://schemas.microsoft.com/office/drawing/2014/main" id="{12E6F750-6351-2BE4-6DA3-AD9761625D80}"/>
              </a:ext>
            </a:extLst>
          </p:cNvPr>
          <p:cNvSpPr>
            <a:spLocks noGrp="1"/>
          </p:cNvSpPr>
          <p:nvPr>
            <p:ph type="sldNum" sz="quarter" idx="5"/>
          </p:nvPr>
        </p:nvSpPr>
        <p:spPr/>
        <p:txBody>
          <a:bodyPr/>
          <a:lstStyle/>
          <a:p>
            <a:fld id="{1272F994-213F-4F2D-917C-F0B2BBDB6E12}" type="slidenum">
              <a:rPr lang="en-NZ" smtClean="0"/>
              <a:t>5</a:t>
            </a:fld>
            <a:endParaRPr lang="en-NZ"/>
          </a:p>
        </p:txBody>
      </p:sp>
    </p:spTree>
    <p:extLst>
      <p:ext uri="{BB962C8B-B14F-4D97-AF65-F5344CB8AC3E}">
        <p14:creationId xmlns:p14="http://schemas.microsoft.com/office/powerpoint/2010/main" val="275360454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social service sector includes government agencies, Non-Government </a:t>
            </a:r>
            <a:r>
              <a:rPr lang="en-US" dirty="0" err="1"/>
              <a:t>Organisations</a:t>
            </a:r>
            <a:r>
              <a:rPr lang="en-US" dirty="0"/>
              <a:t>, and community supports.</a:t>
            </a:r>
          </a:p>
          <a:p>
            <a:r>
              <a:rPr lang="en-US" dirty="0"/>
              <a:t> </a:t>
            </a:r>
            <a:endParaRPr lang="en-US" b="1"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Government funds programs, NGOs deliver services, authentic user feedback is inconsistently captured, Reporting prioritizes attendance over outcomes and Policy decisions often lack real user insight.</a:t>
            </a:r>
          </a:p>
          <a:p>
            <a:endParaRPr lang="en-US" b="1" dirty="0"/>
          </a:p>
          <a:p>
            <a:r>
              <a:rPr lang="en-US" b="1" dirty="0"/>
              <a:t>Key Concepts</a:t>
            </a:r>
            <a:endParaRPr lang="en-US" dirty="0"/>
          </a:p>
          <a:p>
            <a:r>
              <a:rPr lang="en-US" dirty="0"/>
              <a:t>Authentic user feedback (whānau voice) informs better service design. </a:t>
            </a:r>
          </a:p>
          <a:p>
            <a:r>
              <a:rPr lang="en-US" dirty="0"/>
              <a:t>Government contracts drive outputs, not user-centered outcomes. </a:t>
            </a:r>
          </a:p>
          <a:p>
            <a:r>
              <a:rPr lang="en-US" dirty="0"/>
              <a:t>Outcomes-based evaluation and co-design are critical to meet real needs. </a:t>
            </a:r>
          </a:p>
          <a:p>
            <a:endParaRPr lang="en-US" b="1" dirty="0"/>
          </a:p>
          <a:p>
            <a:r>
              <a:rPr lang="en-US" b="1" dirty="0"/>
              <a:t>Tairawhiti Rising p</a:t>
            </a:r>
            <a:r>
              <a:rPr lang="en-US" dirty="0"/>
              <a:t>rovides a platform to consistently capture user experiences and inform service improvements, focusing on what truly matters.</a:t>
            </a:r>
          </a:p>
          <a:p>
            <a:r>
              <a:rPr lang="en-GB" sz="1200" b="1" kern="1200" dirty="0">
                <a:solidFill>
                  <a:schemeClr val="tx1"/>
                </a:solidFill>
                <a:effectLst/>
                <a:latin typeface="+mn-lt"/>
                <a:ea typeface="+mn-ea"/>
                <a:cs typeface="+mn-cs"/>
              </a:rPr>
              <a:t>The benefits of applying this approach include</a:t>
            </a:r>
            <a:r>
              <a:rPr lang="en-GB" sz="1200" kern="1200" dirty="0">
                <a:solidFill>
                  <a:schemeClr val="tx1"/>
                </a:solidFill>
                <a:effectLst/>
                <a:latin typeface="+mn-lt"/>
                <a:ea typeface="+mn-ea"/>
                <a:cs typeface="+mn-cs"/>
              </a:rPr>
              <a:t>: </a:t>
            </a:r>
            <a:endParaRPr lang="en-NZ" sz="1200" kern="1200" dirty="0">
              <a:solidFill>
                <a:schemeClr val="tx1"/>
              </a:solidFill>
              <a:effectLst/>
              <a:latin typeface="+mn-lt"/>
              <a:ea typeface="+mn-ea"/>
              <a:cs typeface="+mn-cs"/>
            </a:endParaRPr>
          </a:p>
          <a:p>
            <a:pPr lvl="0"/>
            <a:r>
              <a:rPr lang="en-GB" sz="1200" kern="1200" dirty="0">
                <a:solidFill>
                  <a:schemeClr val="tx1"/>
                </a:solidFill>
                <a:effectLst/>
                <a:latin typeface="+mn-lt"/>
                <a:ea typeface="+mn-ea"/>
                <a:cs typeface="+mn-cs"/>
              </a:rPr>
              <a:t>Resources are focused on what is truly needed.</a:t>
            </a:r>
            <a:endParaRPr lang="en-NZ" sz="1200" kern="1200" dirty="0">
              <a:solidFill>
                <a:schemeClr val="tx1"/>
              </a:solidFill>
              <a:effectLst/>
              <a:latin typeface="+mn-lt"/>
              <a:ea typeface="+mn-ea"/>
              <a:cs typeface="+mn-cs"/>
            </a:endParaRPr>
          </a:p>
          <a:p>
            <a:pPr lvl="0"/>
            <a:r>
              <a:rPr lang="en-GB" sz="1200" kern="1200" dirty="0">
                <a:solidFill>
                  <a:schemeClr val="tx1"/>
                </a:solidFill>
                <a:effectLst/>
                <a:latin typeface="+mn-lt"/>
                <a:ea typeface="+mn-ea"/>
                <a:cs typeface="+mn-cs"/>
              </a:rPr>
              <a:t>Industries like healthcare, education, local government services, and even commercial service providers can learn from these practices to improve responsiveness and user satisfaction.</a:t>
            </a:r>
            <a:endParaRPr lang="en-NZ" sz="120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1272F994-213F-4F2D-917C-F0B2BBDB6E12}" type="slidenum">
              <a:rPr lang="en-NZ" smtClean="0"/>
              <a:t>6</a:t>
            </a:fld>
            <a:endParaRPr lang="en-NZ"/>
          </a:p>
        </p:txBody>
      </p:sp>
    </p:spTree>
    <p:extLst>
      <p:ext uri="{BB962C8B-B14F-4D97-AF65-F5344CB8AC3E}">
        <p14:creationId xmlns:p14="http://schemas.microsoft.com/office/powerpoint/2010/main" val="178929649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5B4AF5-3D65-D0B3-9400-4789992FCC0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65ADC65-7016-7BBA-FE93-7ED1776CBEC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2389B50-A3D1-661E-F55B-3EC19A6F9D3B}"/>
              </a:ext>
            </a:extLst>
          </p:cNvPr>
          <p:cNvSpPr>
            <a:spLocks noGrp="1"/>
          </p:cNvSpPr>
          <p:nvPr>
            <p:ph type="body" idx="1"/>
          </p:nvPr>
        </p:nvSpPr>
        <p:spPr/>
        <p:txBody>
          <a:bodyPr/>
          <a:lstStyle/>
          <a:p>
            <a:r>
              <a:rPr lang="en-NZ" dirty="0"/>
              <a:t>Stakeholders are the Tairawhiti Community, Service Providers and Government Agencies.</a:t>
            </a:r>
          </a:p>
          <a:p>
            <a:r>
              <a:rPr lang="en-NZ" dirty="0"/>
              <a:t>The software gives the community the autonomy to share their experiences and need, they expect privacy and responsive services.</a:t>
            </a:r>
          </a:p>
          <a:p>
            <a:r>
              <a:rPr lang="en-NZ" dirty="0"/>
              <a:t>Service Providers want to use insights to improve service delivery and support funding applications.</a:t>
            </a:r>
          </a:p>
          <a:p>
            <a:r>
              <a:rPr lang="en-NZ" dirty="0"/>
              <a:t>Government Agencies want true user voice to identify gaps and areas for improvement.</a:t>
            </a:r>
          </a:p>
        </p:txBody>
      </p:sp>
      <p:sp>
        <p:nvSpPr>
          <p:cNvPr id="4" name="Slide Number Placeholder 3">
            <a:extLst>
              <a:ext uri="{FF2B5EF4-FFF2-40B4-BE49-F238E27FC236}">
                <a16:creationId xmlns:a16="http://schemas.microsoft.com/office/drawing/2014/main" id="{8413F343-1646-480D-FA30-F8055BDE16EA}"/>
              </a:ext>
            </a:extLst>
          </p:cNvPr>
          <p:cNvSpPr>
            <a:spLocks noGrp="1"/>
          </p:cNvSpPr>
          <p:nvPr>
            <p:ph type="sldNum" sz="quarter" idx="5"/>
          </p:nvPr>
        </p:nvSpPr>
        <p:spPr/>
        <p:txBody>
          <a:bodyPr/>
          <a:lstStyle/>
          <a:p>
            <a:fld id="{1272F994-213F-4F2D-917C-F0B2BBDB6E12}" type="slidenum">
              <a:rPr lang="en-NZ" smtClean="0"/>
              <a:t>7</a:t>
            </a:fld>
            <a:endParaRPr lang="en-NZ"/>
          </a:p>
        </p:txBody>
      </p:sp>
    </p:spTree>
    <p:extLst>
      <p:ext uri="{BB962C8B-B14F-4D97-AF65-F5344CB8AC3E}">
        <p14:creationId xmlns:p14="http://schemas.microsoft.com/office/powerpoint/2010/main" val="349060579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199351-3600-165B-A125-6364B0FA5C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5DAE2D0-AADF-98C2-E0E1-935E02B4315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4796BD4-1E32-9D43-6EDD-87637F699833}"/>
              </a:ext>
            </a:extLst>
          </p:cNvPr>
          <p:cNvSpPr>
            <a:spLocks noGrp="1"/>
          </p:cNvSpPr>
          <p:nvPr>
            <p:ph type="body" idx="1"/>
          </p:nvPr>
        </p:nvSpPr>
        <p:spPr/>
        <p:txBody>
          <a:bodyPr/>
          <a:lstStyle/>
          <a:p>
            <a:r>
              <a:rPr lang="en-GB" sz="1200" kern="1200" dirty="0">
                <a:solidFill>
                  <a:schemeClr val="tx1"/>
                </a:solidFill>
                <a:effectLst/>
                <a:latin typeface="+mn-lt"/>
                <a:ea typeface="+mn-ea"/>
                <a:cs typeface="+mn-cs"/>
              </a:rPr>
              <a:t>Tairawhiti Rising consists of four main components:</a:t>
            </a:r>
            <a:endParaRPr lang="en-NZ" sz="1200"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Landing Page </a:t>
            </a:r>
            <a:endParaRPr lang="en-NZ" sz="1200"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Community Chat </a:t>
            </a:r>
            <a:endParaRPr lang="en-NZ" sz="1200"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Database </a:t>
            </a:r>
            <a:endParaRPr lang="en-NZ" sz="1200"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The fourth component is the Dashboard which is part of future scope </a:t>
            </a:r>
            <a:endParaRPr lang="en-NZ" sz="1200" kern="1200" dirty="0">
              <a:solidFill>
                <a:schemeClr val="tx1"/>
              </a:solidFill>
              <a:effectLst/>
              <a:latin typeface="+mn-lt"/>
              <a:ea typeface="+mn-ea"/>
              <a:cs typeface="+mn-cs"/>
            </a:endParaRPr>
          </a:p>
          <a:p>
            <a:endParaRPr lang="en-NZ" dirty="0"/>
          </a:p>
        </p:txBody>
      </p:sp>
      <p:sp>
        <p:nvSpPr>
          <p:cNvPr id="4" name="Slide Number Placeholder 3">
            <a:extLst>
              <a:ext uri="{FF2B5EF4-FFF2-40B4-BE49-F238E27FC236}">
                <a16:creationId xmlns:a16="http://schemas.microsoft.com/office/drawing/2014/main" id="{B716ECBF-585F-D6E8-EDA8-AFA12E2B714E}"/>
              </a:ext>
            </a:extLst>
          </p:cNvPr>
          <p:cNvSpPr>
            <a:spLocks noGrp="1"/>
          </p:cNvSpPr>
          <p:nvPr>
            <p:ph type="sldNum" sz="quarter" idx="5"/>
          </p:nvPr>
        </p:nvSpPr>
        <p:spPr/>
        <p:txBody>
          <a:bodyPr/>
          <a:lstStyle/>
          <a:p>
            <a:fld id="{1272F994-213F-4F2D-917C-F0B2BBDB6E12}" type="slidenum">
              <a:rPr lang="en-NZ" smtClean="0"/>
              <a:t>8</a:t>
            </a:fld>
            <a:endParaRPr lang="en-NZ"/>
          </a:p>
        </p:txBody>
      </p:sp>
    </p:spTree>
    <p:extLst>
      <p:ext uri="{BB962C8B-B14F-4D97-AF65-F5344CB8AC3E}">
        <p14:creationId xmlns:p14="http://schemas.microsoft.com/office/powerpoint/2010/main" val="287138782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A499F5-1EA2-01A2-2EBF-148316EC33B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096471-D758-0CD7-D0EE-8A1A7B394F7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A79AFF1-E787-D4D0-CED8-A650859790CC}"/>
              </a:ext>
            </a:extLst>
          </p:cNvPr>
          <p:cNvSpPr>
            <a:spLocks noGrp="1"/>
          </p:cNvSpPr>
          <p:nvPr>
            <p:ph type="body" idx="1"/>
          </p:nvPr>
        </p:nvSpPr>
        <p:spPr/>
        <p:txBody>
          <a:bodyPr/>
          <a:lstStyle/>
          <a:p>
            <a:r>
              <a:rPr lang="en-NZ" dirty="0"/>
              <a:t>Shows user interacting with frontend – landing page and dashboard – data is requested and retrieved from backend and returned to user.</a:t>
            </a:r>
          </a:p>
        </p:txBody>
      </p:sp>
      <p:sp>
        <p:nvSpPr>
          <p:cNvPr id="4" name="Slide Number Placeholder 3">
            <a:extLst>
              <a:ext uri="{FF2B5EF4-FFF2-40B4-BE49-F238E27FC236}">
                <a16:creationId xmlns:a16="http://schemas.microsoft.com/office/drawing/2014/main" id="{7EE73FA9-4C5E-66FF-976D-D593C1573459}"/>
              </a:ext>
            </a:extLst>
          </p:cNvPr>
          <p:cNvSpPr>
            <a:spLocks noGrp="1"/>
          </p:cNvSpPr>
          <p:nvPr>
            <p:ph type="sldNum" sz="quarter" idx="5"/>
          </p:nvPr>
        </p:nvSpPr>
        <p:spPr/>
        <p:txBody>
          <a:bodyPr/>
          <a:lstStyle/>
          <a:p>
            <a:fld id="{1272F994-213F-4F2D-917C-F0B2BBDB6E12}" type="slidenum">
              <a:rPr lang="en-NZ" smtClean="0"/>
              <a:t>9</a:t>
            </a:fld>
            <a:endParaRPr lang="en-NZ"/>
          </a:p>
        </p:txBody>
      </p:sp>
    </p:spTree>
    <p:extLst>
      <p:ext uri="{BB962C8B-B14F-4D97-AF65-F5344CB8AC3E}">
        <p14:creationId xmlns:p14="http://schemas.microsoft.com/office/powerpoint/2010/main" val="92400542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3F9EFA-D261-2D42-391C-ECAF0088F9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F4C7EB4-D6AA-A597-8567-635239F7298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C8CF1A9-B406-B841-6476-A1F077F4C2DB}"/>
              </a:ext>
            </a:extLst>
          </p:cNvPr>
          <p:cNvSpPr>
            <a:spLocks noGrp="1"/>
          </p:cNvSpPr>
          <p:nvPr>
            <p:ph type="body" idx="1"/>
          </p:nvPr>
        </p:nvSpPr>
        <p:spPr/>
        <p:txBody>
          <a:bodyPr/>
          <a:lstStyle/>
          <a:p>
            <a:r>
              <a:rPr lang="en-NZ" dirty="0"/>
              <a:t>User stories focus on user interaction with landing page, logging in, signing up and posting or commenting in the chat forum.</a:t>
            </a:r>
          </a:p>
        </p:txBody>
      </p:sp>
      <p:sp>
        <p:nvSpPr>
          <p:cNvPr id="4" name="Slide Number Placeholder 3">
            <a:extLst>
              <a:ext uri="{FF2B5EF4-FFF2-40B4-BE49-F238E27FC236}">
                <a16:creationId xmlns:a16="http://schemas.microsoft.com/office/drawing/2014/main" id="{D963236E-812C-D846-5F83-CC5111408722}"/>
              </a:ext>
            </a:extLst>
          </p:cNvPr>
          <p:cNvSpPr>
            <a:spLocks noGrp="1"/>
          </p:cNvSpPr>
          <p:nvPr>
            <p:ph type="sldNum" sz="quarter" idx="5"/>
          </p:nvPr>
        </p:nvSpPr>
        <p:spPr/>
        <p:txBody>
          <a:bodyPr/>
          <a:lstStyle/>
          <a:p>
            <a:fld id="{1272F994-213F-4F2D-917C-F0B2BBDB6E12}" type="slidenum">
              <a:rPr lang="en-NZ" smtClean="0"/>
              <a:t>10</a:t>
            </a:fld>
            <a:endParaRPr lang="en-NZ"/>
          </a:p>
        </p:txBody>
      </p:sp>
    </p:spTree>
    <p:extLst>
      <p:ext uri="{BB962C8B-B14F-4D97-AF65-F5344CB8AC3E}">
        <p14:creationId xmlns:p14="http://schemas.microsoft.com/office/powerpoint/2010/main" val="177272166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D0DBC5-C7F6-E46C-5859-5E8623ED839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EA4B1C5-A053-B611-C817-39BFF6BB140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4C33D89-4833-3CBD-3803-B0CE15531483}"/>
              </a:ext>
            </a:extLst>
          </p:cNvPr>
          <p:cNvSpPr>
            <a:spLocks noGrp="1"/>
          </p:cNvSpPr>
          <p:nvPr>
            <p:ph type="body" idx="1"/>
          </p:nvPr>
        </p:nvSpPr>
        <p:spPr/>
        <p:txBody>
          <a:bodyPr/>
          <a:lstStyle/>
          <a:p>
            <a:r>
              <a:rPr lang="en-NZ" dirty="0"/>
              <a:t>The user flow shows the flow from access to Tairawhiti Rising Landing Page, if no account, sign up, if there is an account, sign in.  Upon sign in the user is directed to the chat forum where they can make a post, comment on a post, edit or delete both posts and comments.  And finally log out.</a:t>
            </a:r>
          </a:p>
        </p:txBody>
      </p:sp>
      <p:sp>
        <p:nvSpPr>
          <p:cNvPr id="4" name="Slide Number Placeholder 3">
            <a:extLst>
              <a:ext uri="{FF2B5EF4-FFF2-40B4-BE49-F238E27FC236}">
                <a16:creationId xmlns:a16="http://schemas.microsoft.com/office/drawing/2014/main" id="{123A67F8-EC0A-0688-A1B9-C67491A37ABC}"/>
              </a:ext>
            </a:extLst>
          </p:cNvPr>
          <p:cNvSpPr>
            <a:spLocks noGrp="1"/>
          </p:cNvSpPr>
          <p:nvPr>
            <p:ph type="sldNum" sz="quarter" idx="5"/>
          </p:nvPr>
        </p:nvSpPr>
        <p:spPr/>
        <p:txBody>
          <a:bodyPr/>
          <a:lstStyle/>
          <a:p>
            <a:fld id="{1272F994-213F-4F2D-917C-F0B2BBDB6E12}" type="slidenum">
              <a:rPr lang="en-NZ" smtClean="0"/>
              <a:t>11</a:t>
            </a:fld>
            <a:endParaRPr lang="en-NZ"/>
          </a:p>
        </p:txBody>
      </p:sp>
    </p:spTree>
    <p:extLst>
      <p:ext uri="{BB962C8B-B14F-4D97-AF65-F5344CB8AC3E}">
        <p14:creationId xmlns:p14="http://schemas.microsoft.com/office/powerpoint/2010/main" val="339001089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BF3570-9784-CF21-C449-427D5F45867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49EF9AF-6DBD-9DC8-EBB5-AF12AE9543F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ECB627C-BDAC-C448-DF9B-8F5EB6BE01C4}"/>
              </a:ext>
            </a:extLst>
          </p:cNvPr>
          <p:cNvSpPr>
            <a:spLocks noGrp="1"/>
          </p:cNvSpPr>
          <p:nvPr>
            <p:ph type="body" idx="1"/>
          </p:nvPr>
        </p:nvSpPr>
        <p:spPr/>
        <p:txBody>
          <a:bodyPr/>
          <a:lstStyle/>
          <a:p>
            <a:r>
              <a:rPr lang="en-NZ" dirty="0"/>
              <a:t>Physical model – showing primary key and foreign keys as well as constraints and relationships</a:t>
            </a:r>
          </a:p>
        </p:txBody>
      </p:sp>
      <p:sp>
        <p:nvSpPr>
          <p:cNvPr id="4" name="Slide Number Placeholder 3">
            <a:extLst>
              <a:ext uri="{FF2B5EF4-FFF2-40B4-BE49-F238E27FC236}">
                <a16:creationId xmlns:a16="http://schemas.microsoft.com/office/drawing/2014/main" id="{F10BADD1-E3DD-AA1B-5856-3908E94BF1E7}"/>
              </a:ext>
            </a:extLst>
          </p:cNvPr>
          <p:cNvSpPr>
            <a:spLocks noGrp="1"/>
          </p:cNvSpPr>
          <p:nvPr>
            <p:ph type="sldNum" sz="quarter" idx="5"/>
          </p:nvPr>
        </p:nvSpPr>
        <p:spPr/>
        <p:txBody>
          <a:bodyPr/>
          <a:lstStyle/>
          <a:p>
            <a:fld id="{1272F994-213F-4F2D-917C-F0B2BBDB6E12}" type="slidenum">
              <a:rPr lang="en-NZ" smtClean="0"/>
              <a:t>12</a:t>
            </a:fld>
            <a:endParaRPr lang="en-NZ"/>
          </a:p>
        </p:txBody>
      </p:sp>
    </p:spTree>
    <p:extLst>
      <p:ext uri="{BB962C8B-B14F-4D97-AF65-F5344CB8AC3E}">
        <p14:creationId xmlns:p14="http://schemas.microsoft.com/office/powerpoint/2010/main" val="276555855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73F4D0-ECEC-F0E0-1029-3CEC84BAEB7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997E9DD-721B-5ABC-C36E-88EEF62E666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5C9E6E4-BE43-8E7E-D160-5477107DA8A7}"/>
              </a:ext>
            </a:extLst>
          </p:cNvPr>
          <p:cNvSpPr>
            <a:spLocks noGrp="1"/>
          </p:cNvSpPr>
          <p:nvPr>
            <p:ph type="body" idx="1"/>
          </p:nvPr>
        </p:nvSpPr>
        <p:spPr/>
        <p:txBody>
          <a:bodyPr/>
          <a:lstStyle/>
          <a:p>
            <a:r>
              <a:rPr lang="en-NZ" dirty="0"/>
              <a:t>Wireframe design in Figma</a:t>
            </a:r>
          </a:p>
        </p:txBody>
      </p:sp>
      <p:sp>
        <p:nvSpPr>
          <p:cNvPr id="4" name="Slide Number Placeholder 3">
            <a:extLst>
              <a:ext uri="{FF2B5EF4-FFF2-40B4-BE49-F238E27FC236}">
                <a16:creationId xmlns:a16="http://schemas.microsoft.com/office/drawing/2014/main" id="{1DDCD756-E9D4-C8BC-0F71-40CB663A4581}"/>
              </a:ext>
            </a:extLst>
          </p:cNvPr>
          <p:cNvSpPr>
            <a:spLocks noGrp="1"/>
          </p:cNvSpPr>
          <p:nvPr>
            <p:ph type="sldNum" sz="quarter" idx="5"/>
          </p:nvPr>
        </p:nvSpPr>
        <p:spPr/>
        <p:txBody>
          <a:bodyPr/>
          <a:lstStyle/>
          <a:p>
            <a:fld id="{1272F994-213F-4F2D-917C-F0B2BBDB6E12}" type="slidenum">
              <a:rPr lang="en-NZ" smtClean="0"/>
              <a:t>13</a:t>
            </a:fld>
            <a:endParaRPr lang="en-NZ"/>
          </a:p>
        </p:txBody>
      </p:sp>
    </p:spTree>
    <p:extLst>
      <p:ext uri="{BB962C8B-B14F-4D97-AF65-F5344CB8AC3E}">
        <p14:creationId xmlns:p14="http://schemas.microsoft.com/office/powerpoint/2010/main" val="115862359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C41418-C001-62EF-9FBD-FDA541ABA67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AEBD47C-3E8C-1C40-D08A-1DC085696D1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376C1BF-8D76-B1F6-F9D0-CDCF6388523E}"/>
              </a:ext>
            </a:extLst>
          </p:cNvPr>
          <p:cNvSpPr>
            <a:spLocks noGrp="1"/>
          </p:cNvSpPr>
          <p:nvPr>
            <p:ph type="body" idx="1"/>
          </p:nvPr>
        </p:nvSpPr>
        <p:spPr/>
        <p:txBody>
          <a:bodyPr/>
          <a:lstStyle/>
          <a:p>
            <a:r>
              <a:rPr lang="en-NZ" dirty="0"/>
              <a:t>Wireframe Designs for landing-page, sign-up, sign-in and chat forum.  All pages have the sidebar which allows access to log out and see their username.  There are also placeholder cards for support topic links – these will be based on user data gained from the chat forum – dependant on the most frequent topics – will provide links to relevant information. </a:t>
            </a:r>
          </a:p>
        </p:txBody>
      </p:sp>
      <p:sp>
        <p:nvSpPr>
          <p:cNvPr id="4" name="Slide Number Placeholder 3">
            <a:extLst>
              <a:ext uri="{FF2B5EF4-FFF2-40B4-BE49-F238E27FC236}">
                <a16:creationId xmlns:a16="http://schemas.microsoft.com/office/drawing/2014/main" id="{A54A370D-DF6D-6C48-0160-AB6D1CAFB212}"/>
              </a:ext>
            </a:extLst>
          </p:cNvPr>
          <p:cNvSpPr>
            <a:spLocks noGrp="1"/>
          </p:cNvSpPr>
          <p:nvPr>
            <p:ph type="sldNum" sz="quarter" idx="5"/>
          </p:nvPr>
        </p:nvSpPr>
        <p:spPr/>
        <p:txBody>
          <a:bodyPr/>
          <a:lstStyle/>
          <a:p>
            <a:fld id="{1272F994-213F-4F2D-917C-F0B2BBDB6E12}" type="slidenum">
              <a:rPr lang="en-NZ" smtClean="0"/>
              <a:t>14</a:t>
            </a:fld>
            <a:endParaRPr lang="en-NZ"/>
          </a:p>
        </p:txBody>
      </p:sp>
    </p:spTree>
    <p:extLst>
      <p:ext uri="{BB962C8B-B14F-4D97-AF65-F5344CB8AC3E}">
        <p14:creationId xmlns:p14="http://schemas.microsoft.com/office/powerpoint/2010/main" val="119789243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26F662-CFCB-73D1-D967-93610ECF7E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8A3D07-09BC-F988-5CF7-0101B33FFFA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A6557A2-5BF5-3E4B-C47E-8E9D6210B0F8}"/>
              </a:ext>
            </a:extLst>
          </p:cNvPr>
          <p:cNvSpPr>
            <a:spLocks noGrp="1"/>
          </p:cNvSpPr>
          <p:nvPr>
            <p:ph type="body" idx="1"/>
          </p:nvPr>
        </p:nvSpPr>
        <p:spPr/>
        <p:txBody>
          <a:bodyPr/>
          <a:lstStyle/>
          <a:p>
            <a:r>
              <a:rPr lang="en-GB" sz="1200" b="1" kern="1200" dirty="0">
                <a:solidFill>
                  <a:schemeClr val="tx1"/>
                </a:solidFill>
                <a:effectLst/>
                <a:latin typeface="+mn-lt"/>
                <a:ea typeface="+mn-ea"/>
                <a:cs typeface="+mn-cs"/>
              </a:rPr>
              <a:t>The features that are out of scope?</a:t>
            </a:r>
            <a:endParaRPr lang="en-NZ" sz="1200" b="1" kern="1200" dirty="0">
              <a:solidFill>
                <a:schemeClr val="tx1"/>
              </a:solidFill>
              <a:effectLst/>
              <a:latin typeface="+mn-lt"/>
              <a:ea typeface="+mn-ea"/>
              <a:cs typeface="+mn-cs"/>
            </a:endParaRPr>
          </a:p>
          <a:p>
            <a:pPr lvl="0"/>
            <a:r>
              <a:rPr lang="en-GB" sz="1200" kern="1200" dirty="0">
                <a:solidFill>
                  <a:schemeClr val="tx1"/>
                </a:solidFill>
                <a:effectLst/>
                <a:latin typeface="+mn-lt"/>
                <a:ea typeface="+mn-ea"/>
                <a:cs typeface="+mn-cs"/>
              </a:rPr>
              <a:t>Dashboard functionality &amp; Analytics </a:t>
            </a:r>
          </a:p>
          <a:p>
            <a:pPr lvl="0"/>
            <a:r>
              <a:rPr lang="en-GB" sz="1200" kern="1200" dirty="0">
                <a:solidFill>
                  <a:schemeClr val="tx1"/>
                </a:solidFill>
                <a:effectLst/>
                <a:latin typeface="+mn-lt"/>
                <a:ea typeface="+mn-ea"/>
                <a:cs typeface="+mn-cs"/>
              </a:rPr>
              <a:t>Security - Password hashing, sessions, tokens</a:t>
            </a:r>
            <a:endParaRPr lang="en-NZ" sz="1200" kern="1200" dirty="0">
              <a:solidFill>
                <a:schemeClr val="tx1"/>
              </a:solidFill>
              <a:effectLst/>
              <a:latin typeface="+mn-lt"/>
              <a:ea typeface="+mn-ea"/>
              <a:cs typeface="+mn-cs"/>
            </a:endParaRPr>
          </a:p>
          <a:p>
            <a:pPr lvl="0"/>
            <a:r>
              <a:rPr lang="en-GB" sz="1200" kern="1200" dirty="0">
                <a:solidFill>
                  <a:schemeClr val="tx1"/>
                </a:solidFill>
                <a:effectLst/>
                <a:latin typeface="+mn-lt"/>
                <a:ea typeface="+mn-ea"/>
                <a:cs typeface="+mn-cs"/>
              </a:rPr>
              <a:t>Search filters</a:t>
            </a:r>
            <a:r>
              <a:rPr lang="en-NZ" sz="1200" kern="1200" dirty="0">
                <a:solidFill>
                  <a:schemeClr val="tx1"/>
                </a:solidFill>
                <a:effectLst/>
                <a:latin typeface="+mn-lt"/>
                <a:ea typeface="+mn-ea"/>
                <a:cs typeface="+mn-cs"/>
              </a:rPr>
              <a:t> - </a:t>
            </a:r>
            <a:r>
              <a:rPr lang="en-GB" sz="1200" kern="1200" dirty="0">
                <a:solidFill>
                  <a:schemeClr val="tx1"/>
                </a:solidFill>
                <a:effectLst/>
                <a:latin typeface="+mn-lt"/>
                <a:ea typeface="+mn-ea"/>
                <a:cs typeface="+mn-cs"/>
              </a:rPr>
              <a:t>Based on user trends e.g. high levels of budgeting queries, more information provided about budgeting.</a:t>
            </a:r>
            <a:endParaRPr lang="en-NZ" sz="1200" kern="1200" dirty="0">
              <a:solidFill>
                <a:schemeClr val="tx1"/>
              </a:solidFill>
              <a:effectLst/>
              <a:latin typeface="+mn-lt"/>
              <a:ea typeface="+mn-ea"/>
              <a:cs typeface="+mn-cs"/>
            </a:endParaRPr>
          </a:p>
          <a:p>
            <a:pPr lvl="0"/>
            <a:r>
              <a:rPr lang="en-GB" sz="1200" kern="1200" dirty="0">
                <a:solidFill>
                  <a:schemeClr val="tx1"/>
                </a:solidFill>
                <a:effectLst/>
                <a:latin typeface="+mn-lt"/>
                <a:ea typeface="+mn-ea"/>
                <a:cs typeface="+mn-cs"/>
              </a:rPr>
              <a:t>User Feedback functionality</a:t>
            </a:r>
            <a:endParaRPr lang="en-NZ" sz="1200" kern="1200" dirty="0">
              <a:solidFill>
                <a:schemeClr val="tx1"/>
              </a:solidFill>
              <a:effectLst/>
              <a:latin typeface="+mn-lt"/>
              <a:ea typeface="+mn-ea"/>
              <a:cs typeface="+mn-cs"/>
            </a:endParaRPr>
          </a:p>
          <a:p>
            <a:pPr lvl="0"/>
            <a:r>
              <a:rPr lang="en-GB" sz="1200" kern="1200" dirty="0">
                <a:solidFill>
                  <a:schemeClr val="tx1"/>
                </a:solidFill>
                <a:effectLst/>
                <a:latin typeface="+mn-lt"/>
                <a:ea typeface="+mn-ea"/>
                <a:cs typeface="+mn-cs"/>
              </a:rPr>
              <a:t>Administrator functions. </a:t>
            </a:r>
            <a:endParaRPr lang="en-NZ" sz="1200" kern="1200" dirty="0">
              <a:solidFill>
                <a:schemeClr val="tx1"/>
              </a:solidFill>
              <a:effectLst/>
              <a:latin typeface="+mn-lt"/>
              <a:ea typeface="+mn-ea"/>
              <a:cs typeface="+mn-cs"/>
            </a:endParaRPr>
          </a:p>
          <a:p>
            <a:endParaRPr lang="en-NZ" dirty="0"/>
          </a:p>
        </p:txBody>
      </p:sp>
      <p:sp>
        <p:nvSpPr>
          <p:cNvPr id="4" name="Slide Number Placeholder 3">
            <a:extLst>
              <a:ext uri="{FF2B5EF4-FFF2-40B4-BE49-F238E27FC236}">
                <a16:creationId xmlns:a16="http://schemas.microsoft.com/office/drawing/2014/main" id="{328F1234-5B5E-CDB3-BCE5-267310E7E2A3}"/>
              </a:ext>
            </a:extLst>
          </p:cNvPr>
          <p:cNvSpPr>
            <a:spLocks noGrp="1"/>
          </p:cNvSpPr>
          <p:nvPr>
            <p:ph type="sldNum" sz="quarter" idx="5"/>
          </p:nvPr>
        </p:nvSpPr>
        <p:spPr/>
        <p:txBody>
          <a:bodyPr/>
          <a:lstStyle/>
          <a:p>
            <a:fld id="{1272F994-213F-4F2D-917C-F0B2BBDB6E12}" type="slidenum">
              <a:rPr lang="en-NZ" smtClean="0"/>
              <a:t>15</a:t>
            </a:fld>
            <a:endParaRPr lang="en-NZ"/>
          </a:p>
        </p:txBody>
      </p:sp>
    </p:spTree>
    <p:extLst>
      <p:ext uri="{BB962C8B-B14F-4D97-AF65-F5344CB8AC3E}">
        <p14:creationId xmlns:p14="http://schemas.microsoft.com/office/powerpoint/2010/main" val="298068076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62DE4E-EC7F-EC75-C80D-659F6CDE9B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C6D1564-3F19-01C1-453A-3618A26CE44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DE636AC-1F4D-2307-7D97-3AD5AC3CEC12}"/>
              </a:ext>
            </a:extLst>
          </p:cNvPr>
          <p:cNvSpPr>
            <a:spLocks noGrp="1"/>
          </p:cNvSpPr>
          <p:nvPr>
            <p:ph type="body" idx="1"/>
          </p:nvPr>
        </p:nvSpPr>
        <p:spPr/>
        <p:txBody>
          <a:bodyPr/>
          <a:lstStyle/>
          <a:p>
            <a:r>
              <a:rPr lang="en-GB" sz="1200" b="1" kern="1200" dirty="0">
                <a:solidFill>
                  <a:schemeClr val="tx1"/>
                </a:solidFill>
                <a:effectLst/>
                <a:latin typeface="+mn-lt"/>
                <a:ea typeface="+mn-ea"/>
                <a:cs typeface="+mn-cs"/>
              </a:rPr>
              <a:t>The key security requirements include:</a:t>
            </a:r>
          </a:p>
          <a:p>
            <a:r>
              <a:rPr lang="en-GB" sz="1200" u="none" strike="noStrike" kern="1200" dirty="0">
                <a:solidFill>
                  <a:schemeClr val="tx1"/>
                </a:solidFill>
                <a:effectLst/>
                <a:latin typeface="+mn-lt"/>
                <a:ea typeface="+mn-ea"/>
                <a:cs typeface="+mn-cs"/>
              </a:rPr>
              <a:t>Storage of personal details.</a:t>
            </a:r>
            <a:endParaRPr lang="en-NZ" sz="1200" u="none" strike="noStrike" kern="1200" dirty="0">
              <a:solidFill>
                <a:schemeClr val="tx1"/>
              </a:solidFill>
              <a:effectLst/>
              <a:latin typeface="+mn-lt"/>
              <a:ea typeface="+mn-ea"/>
              <a:cs typeface="+mn-cs"/>
            </a:endParaRPr>
          </a:p>
          <a:p>
            <a:pPr lvl="0"/>
            <a:r>
              <a:rPr lang="en-GB" sz="1200" u="none" strike="noStrike" kern="1200" dirty="0">
                <a:solidFill>
                  <a:schemeClr val="tx1"/>
                </a:solidFill>
                <a:effectLst/>
                <a:latin typeface="+mn-lt"/>
                <a:ea typeface="+mn-ea"/>
                <a:cs typeface="+mn-cs"/>
              </a:rPr>
              <a:t>User Id to maintain anonymity.</a:t>
            </a:r>
            <a:endParaRPr lang="en-NZ" sz="1200" u="none" strike="noStrike" kern="1200" dirty="0">
              <a:solidFill>
                <a:schemeClr val="tx1"/>
              </a:solidFill>
              <a:effectLst/>
              <a:latin typeface="+mn-lt"/>
              <a:ea typeface="+mn-ea"/>
              <a:cs typeface="+mn-cs"/>
            </a:endParaRPr>
          </a:p>
          <a:p>
            <a:pPr lvl="0"/>
            <a:r>
              <a:rPr lang="en-GB" sz="1200" u="none" strike="noStrike" kern="1200" dirty="0">
                <a:solidFill>
                  <a:schemeClr val="tx1"/>
                </a:solidFill>
                <a:effectLst/>
                <a:latin typeface="+mn-lt"/>
                <a:ea typeface="+mn-ea"/>
                <a:cs typeface="+mn-cs"/>
              </a:rPr>
              <a:t>Restricted access to personal data.</a:t>
            </a:r>
            <a:endParaRPr lang="en-NZ" sz="1200" u="none" strike="noStrike"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Peak transactions </a:t>
            </a:r>
            <a:r>
              <a:rPr lang="en-GB" sz="1200" kern="1200" dirty="0">
                <a:solidFill>
                  <a:schemeClr val="tx1"/>
                </a:solidFill>
                <a:effectLst/>
                <a:latin typeface="+mn-lt"/>
                <a:ea typeface="+mn-ea"/>
                <a:cs typeface="+mn-cs"/>
              </a:rPr>
              <a:t>- but load testing and performance testing will determine maximum users and transaction capacity - 200 requests per minute initially, </a:t>
            </a:r>
            <a:endParaRPr lang="en-NZ"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The software should be intuitive and </a:t>
            </a:r>
            <a:r>
              <a:rPr lang="en-GB" sz="1200" b="1" kern="1200" dirty="0">
                <a:solidFill>
                  <a:schemeClr val="tx1"/>
                </a:solidFill>
                <a:effectLst/>
                <a:latin typeface="+mn-lt"/>
                <a:ea typeface="+mn-ea"/>
                <a:cs typeface="+mn-cs"/>
              </a:rPr>
              <a:t>accessible to users with a wide range of technical abilities, responding quickly to user requests, reliable to maintain useability, satisfaction and </a:t>
            </a:r>
            <a:r>
              <a:rPr lang="en-GB" sz="1200" kern="1200" dirty="0">
                <a:solidFill>
                  <a:schemeClr val="tx1"/>
                </a:solidFill>
                <a:effectLst/>
                <a:latin typeface="+mn-lt"/>
                <a:ea typeface="+mn-ea"/>
                <a:cs typeface="+mn-cs"/>
              </a:rPr>
              <a:t>user confidence for increased use.</a:t>
            </a:r>
            <a:endParaRPr lang="en-NZ" sz="1200" kern="1200" dirty="0">
              <a:solidFill>
                <a:schemeClr val="tx1"/>
              </a:solidFill>
              <a:effectLst/>
              <a:latin typeface="+mn-lt"/>
              <a:ea typeface="+mn-ea"/>
              <a:cs typeface="+mn-cs"/>
            </a:endParaRPr>
          </a:p>
          <a:p>
            <a:pPr lvl="0"/>
            <a:r>
              <a:rPr lang="en-GB" sz="1200" kern="1200" dirty="0">
                <a:solidFill>
                  <a:schemeClr val="tx1"/>
                </a:solidFill>
                <a:effectLst/>
                <a:latin typeface="+mn-lt"/>
                <a:ea typeface="+mn-ea"/>
                <a:cs typeface="+mn-cs"/>
              </a:rPr>
              <a:t>Due to simple architecture, minimal downtime is expected.</a:t>
            </a:r>
            <a:endParaRPr lang="en-NZ" sz="1200" kern="1200" dirty="0">
              <a:solidFill>
                <a:schemeClr val="tx1"/>
              </a:solidFill>
              <a:effectLst/>
              <a:latin typeface="+mn-lt"/>
              <a:ea typeface="+mn-ea"/>
              <a:cs typeface="+mn-cs"/>
            </a:endParaRPr>
          </a:p>
          <a:p>
            <a:pPr lvl="0"/>
            <a:r>
              <a:rPr lang="en-GB" sz="1200" kern="1200" dirty="0">
                <a:solidFill>
                  <a:schemeClr val="tx1"/>
                </a:solidFill>
                <a:effectLst/>
                <a:latin typeface="+mn-lt"/>
                <a:ea typeface="+mn-ea"/>
                <a:cs typeface="+mn-cs"/>
              </a:rPr>
              <a:t>External Links may fail occasionally, due to external management of those sites. </a:t>
            </a:r>
          </a:p>
          <a:p>
            <a:pPr lvl="0"/>
            <a:r>
              <a:rPr lang="en-GB" sz="1200" b="1" kern="1200" dirty="0">
                <a:solidFill>
                  <a:schemeClr val="tx1"/>
                </a:solidFill>
                <a:effectLst/>
                <a:latin typeface="+mn-lt"/>
                <a:ea typeface="+mn-ea"/>
                <a:cs typeface="+mn-cs"/>
              </a:rPr>
              <a:t>For maintainability, </a:t>
            </a:r>
            <a:endParaRPr lang="en-NZ" sz="1200" b="1" kern="1200" dirty="0">
              <a:solidFill>
                <a:schemeClr val="tx1"/>
              </a:solidFill>
              <a:effectLst/>
              <a:latin typeface="+mn-lt"/>
              <a:ea typeface="+mn-ea"/>
              <a:cs typeface="+mn-cs"/>
            </a:endParaRPr>
          </a:p>
          <a:p>
            <a:pPr lvl="0"/>
            <a:r>
              <a:rPr lang="en-GB" sz="1200" kern="1200" dirty="0">
                <a:solidFill>
                  <a:schemeClr val="tx1"/>
                </a:solidFill>
                <a:effectLst/>
                <a:latin typeface="+mn-lt"/>
                <a:ea typeface="+mn-ea"/>
                <a:cs typeface="+mn-cs"/>
              </a:rPr>
              <a:t>Backend uses MVC (model view controller structure for separation of concerns).</a:t>
            </a:r>
            <a:endParaRPr lang="en-NZ" sz="1200" kern="1200" dirty="0">
              <a:solidFill>
                <a:schemeClr val="tx1"/>
              </a:solidFill>
              <a:effectLst/>
              <a:latin typeface="+mn-lt"/>
              <a:ea typeface="+mn-ea"/>
              <a:cs typeface="+mn-cs"/>
            </a:endParaRPr>
          </a:p>
          <a:p>
            <a:pPr lvl="0"/>
            <a:r>
              <a:rPr lang="en-GB" sz="1200" kern="1200" dirty="0">
                <a:solidFill>
                  <a:schemeClr val="tx1"/>
                </a:solidFill>
                <a:effectLst/>
                <a:latin typeface="+mn-lt"/>
                <a:ea typeface="+mn-ea"/>
                <a:cs typeface="+mn-cs"/>
              </a:rPr>
              <a:t>Frontend utilises reuseable components (e.g. custom hooks, cards)</a:t>
            </a:r>
            <a:endParaRPr lang="en-NZ" sz="1200" kern="1200" dirty="0">
              <a:solidFill>
                <a:schemeClr val="tx1"/>
              </a:solidFill>
              <a:effectLst/>
              <a:latin typeface="+mn-lt"/>
              <a:ea typeface="+mn-ea"/>
              <a:cs typeface="+mn-cs"/>
            </a:endParaRPr>
          </a:p>
          <a:p>
            <a:pPr lvl="0"/>
            <a:r>
              <a:rPr lang="en-GB" sz="1200" kern="1200" dirty="0">
                <a:solidFill>
                  <a:schemeClr val="tx1"/>
                </a:solidFill>
                <a:effectLst/>
                <a:latin typeface="+mn-lt"/>
                <a:ea typeface="+mn-ea"/>
                <a:cs typeface="+mn-cs"/>
              </a:rPr>
              <a:t>Code separated according to each component to simplify maintenance.</a:t>
            </a:r>
            <a:endParaRPr lang="en-NZ" sz="1200" kern="1200" dirty="0">
              <a:solidFill>
                <a:schemeClr val="tx1"/>
              </a:solidFill>
              <a:effectLst/>
              <a:latin typeface="+mn-lt"/>
              <a:ea typeface="+mn-ea"/>
              <a:cs typeface="+mn-cs"/>
            </a:endParaRPr>
          </a:p>
          <a:p>
            <a:pPr lvl="0"/>
            <a:r>
              <a:rPr lang="en-GB" sz="1200" kern="1200" dirty="0">
                <a:solidFill>
                  <a:schemeClr val="tx1"/>
                </a:solidFill>
                <a:effectLst/>
                <a:latin typeface="+mn-lt"/>
                <a:ea typeface="+mn-ea"/>
                <a:cs typeface="+mn-cs"/>
              </a:rPr>
              <a:t>Designed for scalability and future feature addition.</a:t>
            </a:r>
            <a:endParaRPr lang="en-NZ"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    </a:t>
            </a:r>
            <a:endParaRPr lang="en-NZ" sz="1200" kern="1200" dirty="0">
              <a:solidFill>
                <a:schemeClr val="tx1"/>
              </a:solidFill>
              <a:effectLst/>
              <a:latin typeface="+mn-lt"/>
              <a:ea typeface="+mn-ea"/>
              <a:cs typeface="+mn-cs"/>
            </a:endParaRPr>
          </a:p>
          <a:p>
            <a:endParaRPr lang="en-NZ" dirty="0"/>
          </a:p>
        </p:txBody>
      </p:sp>
      <p:sp>
        <p:nvSpPr>
          <p:cNvPr id="4" name="Slide Number Placeholder 3">
            <a:extLst>
              <a:ext uri="{FF2B5EF4-FFF2-40B4-BE49-F238E27FC236}">
                <a16:creationId xmlns:a16="http://schemas.microsoft.com/office/drawing/2014/main" id="{F9B43268-4FFB-404E-90F7-C90044B83C49}"/>
              </a:ext>
            </a:extLst>
          </p:cNvPr>
          <p:cNvSpPr>
            <a:spLocks noGrp="1"/>
          </p:cNvSpPr>
          <p:nvPr>
            <p:ph type="sldNum" sz="quarter" idx="5"/>
          </p:nvPr>
        </p:nvSpPr>
        <p:spPr/>
        <p:txBody>
          <a:bodyPr/>
          <a:lstStyle/>
          <a:p>
            <a:fld id="{1272F994-213F-4F2D-917C-F0B2BBDB6E12}" type="slidenum">
              <a:rPr lang="en-NZ" smtClean="0"/>
              <a:t>16</a:t>
            </a:fld>
            <a:endParaRPr lang="en-NZ"/>
          </a:p>
        </p:txBody>
      </p:sp>
    </p:spTree>
    <p:extLst>
      <p:ext uri="{BB962C8B-B14F-4D97-AF65-F5344CB8AC3E}">
        <p14:creationId xmlns:p14="http://schemas.microsoft.com/office/powerpoint/2010/main" val="427897890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672023-D2FB-E06D-48B5-781CC53992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9D4760-1AE1-9E3F-AD46-DED662FE36B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C437A5F-3A25-70EB-9E0A-98D413852B0F}"/>
              </a:ext>
            </a:extLst>
          </p:cNvPr>
          <p:cNvSpPr>
            <a:spLocks noGrp="1"/>
          </p:cNvSpPr>
          <p:nvPr>
            <p:ph type="body" idx="1"/>
          </p:nvPr>
        </p:nvSpPr>
        <p:spPr/>
        <p:txBody>
          <a:bodyPr/>
          <a:lstStyle/>
          <a:p>
            <a:r>
              <a:rPr lang="en-NZ" dirty="0"/>
              <a:t>I started design and considerations for the project on 10 March 2026.  The goal was to develop a responsive interface, full CRUD database functionality and develop a system with user authentication.  I completed the backend, including database design and API functionality, as well as frontend, including the landing page, login and registration features.  Testing was carried out for key components.  The dashboard was partially completed but moved out of scope to prioritise core functionality. The main system is fully working.  </a:t>
            </a:r>
          </a:p>
        </p:txBody>
      </p:sp>
      <p:sp>
        <p:nvSpPr>
          <p:cNvPr id="4" name="Slide Number Placeholder 3">
            <a:extLst>
              <a:ext uri="{FF2B5EF4-FFF2-40B4-BE49-F238E27FC236}">
                <a16:creationId xmlns:a16="http://schemas.microsoft.com/office/drawing/2014/main" id="{E5F5ACA8-661E-42BC-A5EB-7F74A2B9501A}"/>
              </a:ext>
            </a:extLst>
          </p:cNvPr>
          <p:cNvSpPr>
            <a:spLocks noGrp="1"/>
          </p:cNvSpPr>
          <p:nvPr>
            <p:ph type="sldNum" sz="quarter" idx="5"/>
          </p:nvPr>
        </p:nvSpPr>
        <p:spPr/>
        <p:txBody>
          <a:bodyPr/>
          <a:lstStyle/>
          <a:p>
            <a:fld id="{1272F994-213F-4F2D-917C-F0B2BBDB6E12}" type="slidenum">
              <a:rPr lang="en-NZ" smtClean="0"/>
              <a:t>17</a:t>
            </a:fld>
            <a:endParaRPr lang="en-NZ"/>
          </a:p>
        </p:txBody>
      </p:sp>
    </p:spTree>
    <p:extLst>
      <p:ext uri="{BB962C8B-B14F-4D97-AF65-F5344CB8AC3E}">
        <p14:creationId xmlns:p14="http://schemas.microsoft.com/office/powerpoint/2010/main" val="353883342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9BB2F6-5873-3DC6-82BF-D811EAE59A0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3201D40-1019-1E0A-78DE-1B22B5D0393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5A0653B-B7F9-9B11-7742-0C05BDFA5CDC}"/>
              </a:ext>
            </a:extLst>
          </p:cNvPr>
          <p:cNvSpPr>
            <a:spLocks noGrp="1"/>
          </p:cNvSpPr>
          <p:nvPr>
            <p:ph type="body" idx="1"/>
          </p:nvPr>
        </p:nvSpPr>
        <p:spPr/>
        <p:txBody>
          <a:bodyPr/>
          <a:lstStyle/>
          <a:p>
            <a:r>
              <a:rPr lang="en-GB" sz="1200" b="1" kern="1200" dirty="0">
                <a:solidFill>
                  <a:schemeClr val="tx1"/>
                </a:solidFill>
                <a:effectLst/>
                <a:latin typeface="+mn-lt"/>
                <a:ea typeface="+mn-ea"/>
                <a:cs typeface="+mn-cs"/>
              </a:rPr>
              <a:t>The solution</a:t>
            </a:r>
            <a:r>
              <a:rPr lang="en-NZ" sz="1200" b="1" kern="1200" dirty="0">
                <a:solidFill>
                  <a:schemeClr val="tx1"/>
                </a:solidFill>
                <a:effectLst/>
                <a:latin typeface="+mn-lt"/>
                <a:ea typeface="+mn-ea"/>
                <a:cs typeface="+mn-cs"/>
              </a:rPr>
              <a:t> was designed as an end to end social media platform that effectively </a:t>
            </a:r>
            <a:endParaRPr lang="en-NZ" sz="1200" kern="1200" dirty="0">
              <a:solidFill>
                <a:schemeClr val="tx1"/>
              </a:solidFill>
              <a:effectLst/>
              <a:latin typeface="+mn-lt"/>
              <a:ea typeface="+mn-ea"/>
              <a:cs typeface="+mn-cs"/>
            </a:endParaRPr>
          </a:p>
          <a:p>
            <a:pPr lvl="0"/>
            <a:r>
              <a:rPr lang="en-GB" sz="1200" kern="1200" dirty="0">
                <a:solidFill>
                  <a:schemeClr val="tx1"/>
                </a:solidFill>
                <a:effectLst/>
                <a:latin typeface="+mn-lt"/>
                <a:ea typeface="+mn-ea"/>
                <a:cs typeface="+mn-cs"/>
              </a:rPr>
              <a:t>Captures user voice</a:t>
            </a:r>
            <a:endParaRPr lang="en-NZ" sz="1200" kern="1200" dirty="0">
              <a:solidFill>
                <a:schemeClr val="tx1"/>
              </a:solidFill>
              <a:effectLst/>
              <a:latin typeface="+mn-lt"/>
              <a:ea typeface="+mn-ea"/>
              <a:cs typeface="+mn-cs"/>
            </a:endParaRPr>
          </a:p>
          <a:p>
            <a:pPr lvl="0"/>
            <a:r>
              <a:rPr lang="en-GB" sz="1200" kern="1200" dirty="0">
                <a:solidFill>
                  <a:schemeClr val="tx1"/>
                </a:solidFill>
                <a:effectLst/>
                <a:latin typeface="+mn-lt"/>
                <a:ea typeface="+mn-ea"/>
                <a:cs typeface="+mn-cs"/>
              </a:rPr>
              <a:t>Enables knowledge sharing within the community </a:t>
            </a:r>
            <a:endParaRPr lang="en-NZ" sz="1200" kern="1200" dirty="0">
              <a:solidFill>
                <a:schemeClr val="tx1"/>
              </a:solidFill>
              <a:effectLst/>
              <a:latin typeface="+mn-lt"/>
              <a:ea typeface="+mn-ea"/>
              <a:cs typeface="+mn-cs"/>
            </a:endParaRPr>
          </a:p>
          <a:p>
            <a:pPr lvl="0"/>
            <a:r>
              <a:rPr lang="en-GB" sz="1200" kern="1200" dirty="0">
                <a:solidFill>
                  <a:schemeClr val="tx1"/>
                </a:solidFill>
                <a:effectLst/>
                <a:latin typeface="+mn-lt"/>
                <a:ea typeface="+mn-ea"/>
                <a:cs typeface="+mn-cs"/>
              </a:rPr>
              <a:t>Supports service improvement through user feedback </a:t>
            </a:r>
            <a:endParaRPr lang="en-NZ" sz="1200"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With the current version meeting its core objectives, future enhancements include </a:t>
            </a:r>
            <a:endParaRPr lang="en-NZ" sz="1200" kern="1200" dirty="0">
              <a:solidFill>
                <a:schemeClr val="tx1"/>
              </a:solidFill>
              <a:effectLst/>
              <a:latin typeface="+mn-lt"/>
              <a:ea typeface="+mn-ea"/>
              <a:cs typeface="+mn-cs"/>
            </a:endParaRPr>
          </a:p>
          <a:p>
            <a:pPr lvl="0"/>
            <a:r>
              <a:rPr lang="en-GB" sz="1200" kern="1200" dirty="0">
                <a:solidFill>
                  <a:schemeClr val="tx1"/>
                </a:solidFill>
                <a:effectLst/>
                <a:latin typeface="+mn-lt"/>
                <a:ea typeface="+mn-ea"/>
                <a:cs typeface="+mn-cs"/>
              </a:rPr>
              <a:t>Dashboard functionality</a:t>
            </a:r>
            <a:r>
              <a:rPr lang="en-NZ" sz="1200" kern="1200" dirty="0">
                <a:solidFill>
                  <a:schemeClr val="tx1"/>
                </a:solidFill>
                <a:effectLst/>
                <a:latin typeface="+mn-lt"/>
                <a:ea typeface="+mn-ea"/>
                <a:cs typeface="+mn-cs"/>
              </a:rPr>
              <a:t> for a</a:t>
            </a:r>
            <a:r>
              <a:rPr lang="en-GB" sz="1200" kern="1200" dirty="0" err="1">
                <a:solidFill>
                  <a:schemeClr val="tx1"/>
                </a:solidFill>
                <a:effectLst/>
                <a:latin typeface="+mn-lt"/>
                <a:ea typeface="+mn-ea"/>
                <a:cs typeface="+mn-cs"/>
              </a:rPr>
              <a:t>nalytics</a:t>
            </a:r>
            <a:r>
              <a:rPr lang="en-GB" sz="1200" kern="1200" dirty="0">
                <a:solidFill>
                  <a:schemeClr val="tx1"/>
                </a:solidFill>
                <a:effectLst/>
                <a:latin typeface="+mn-lt"/>
                <a:ea typeface="+mn-ea"/>
                <a:cs typeface="+mn-cs"/>
              </a:rPr>
              <a:t> and reporting, </a:t>
            </a:r>
          </a:p>
          <a:p>
            <a:pPr lvl="0"/>
            <a:r>
              <a:rPr lang="en-GB" sz="1200" kern="1200" dirty="0">
                <a:solidFill>
                  <a:schemeClr val="tx1"/>
                </a:solidFill>
                <a:effectLst/>
                <a:latin typeface="+mn-lt"/>
                <a:ea typeface="+mn-ea"/>
                <a:cs typeface="+mn-cs"/>
              </a:rPr>
              <a:t>User Feedback, guide</a:t>
            </a:r>
            <a:endParaRPr lang="en-NZ" sz="1200" kern="1200" dirty="0">
              <a:solidFill>
                <a:schemeClr val="tx1"/>
              </a:solidFill>
              <a:effectLst/>
              <a:latin typeface="+mn-lt"/>
              <a:ea typeface="+mn-ea"/>
              <a:cs typeface="+mn-cs"/>
            </a:endParaRPr>
          </a:p>
          <a:p>
            <a:pPr lvl="0"/>
            <a:r>
              <a:rPr lang="en-GB" sz="1200" kern="1200" dirty="0">
                <a:solidFill>
                  <a:schemeClr val="tx1"/>
                </a:solidFill>
                <a:effectLst/>
                <a:latin typeface="+mn-lt"/>
                <a:ea typeface="+mn-ea"/>
                <a:cs typeface="+mn-cs"/>
              </a:rPr>
              <a:t>Additional UI work for clean, simple user interaction, navigation.</a:t>
            </a:r>
          </a:p>
          <a:p>
            <a:pPr lvl="0"/>
            <a:r>
              <a:rPr lang="en-GB" sz="1200" kern="1200" dirty="0">
                <a:solidFill>
                  <a:schemeClr val="tx1"/>
                </a:solidFill>
                <a:effectLst/>
                <a:latin typeface="+mn-lt"/>
                <a:ea typeface="+mn-ea"/>
                <a:cs typeface="+mn-cs"/>
              </a:rPr>
              <a:t>And regular testing will ensure the platform continues to evolve alongside the communities needs.</a:t>
            </a:r>
          </a:p>
          <a:p>
            <a:pPr lvl="0"/>
            <a:r>
              <a:rPr lang="en-GB" sz="1200" kern="1200" dirty="0">
                <a:solidFill>
                  <a:schemeClr val="tx1"/>
                </a:solidFill>
                <a:effectLst/>
                <a:latin typeface="+mn-lt"/>
                <a:ea typeface="+mn-ea"/>
                <a:cs typeface="+mn-cs"/>
              </a:rPr>
              <a:t>You can see the reference to my </a:t>
            </a:r>
            <a:r>
              <a:rPr lang="en-GB" sz="1200" kern="1200" dirty="0" err="1">
                <a:solidFill>
                  <a:schemeClr val="tx1"/>
                </a:solidFill>
                <a:effectLst/>
                <a:latin typeface="+mn-lt"/>
                <a:ea typeface="+mn-ea"/>
                <a:cs typeface="+mn-cs"/>
              </a:rPr>
              <a:t>github</a:t>
            </a:r>
            <a:r>
              <a:rPr lang="en-GB" sz="1200" kern="1200" dirty="0">
                <a:solidFill>
                  <a:schemeClr val="tx1"/>
                </a:solidFill>
                <a:effectLst/>
                <a:latin typeface="+mn-lt"/>
                <a:ea typeface="+mn-ea"/>
                <a:cs typeface="+mn-cs"/>
              </a:rPr>
              <a:t> repository and resources used for the project.</a:t>
            </a:r>
            <a:endParaRPr lang="en-NZ"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 </a:t>
            </a:r>
            <a:endParaRPr lang="en-NZ" sz="1200" kern="1200" dirty="0">
              <a:solidFill>
                <a:schemeClr val="tx1"/>
              </a:solidFill>
              <a:effectLst/>
              <a:latin typeface="+mn-lt"/>
              <a:ea typeface="+mn-ea"/>
              <a:cs typeface="+mn-cs"/>
            </a:endParaRPr>
          </a:p>
          <a:p>
            <a:pPr lvl="0"/>
            <a:endParaRPr lang="en-NZ" sz="1200" kern="1200" dirty="0">
              <a:solidFill>
                <a:schemeClr val="tx1"/>
              </a:solidFill>
              <a:effectLst/>
              <a:latin typeface="+mn-lt"/>
              <a:ea typeface="+mn-ea"/>
              <a:cs typeface="+mn-cs"/>
            </a:endParaRPr>
          </a:p>
          <a:p>
            <a:endParaRPr lang="en-NZ" dirty="0"/>
          </a:p>
        </p:txBody>
      </p:sp>
      <p:sp>
        <p:nvSpPr>
          <p:cNvPr id="4" name="Slide Number Placeholder 3">
            <a:extLst>
              <a:ext uri="{FF2B5EF4-FFF2-40B4-BE49-F238E27FC236}">
                <a16:creationId xmlns:a16="http://schemas.microsoft.com/office/drawing/2014/main" id="{DA99141D-15F5-12A2-448F-7F3392B70400}"/>
              </a:ext>
            </a:extLst>
          </p:cNvPr>
          <p:cNvSpPr>
            <a:spLocks noGrp="1"/>
          </p:cNvSpPr>
          <p:nvPr>
            <p:ph type="sldNum" sz="quarter" idx="5"/>
          </p:nvPr>
        </p:nvSpPr>
        <p:spPr/>
        <p:txBody>
          <a:bodyPr/>
          <a:lstStyle/>
          <a:p>
            <a:fld id="{1272F994-213F-4F2D-917C-F0B2BBDB6E12}" type="slidenum">
              <a:rPr lang="en-NZ" smtClean="0"/>
              <a:t>18</a:t>
            </a:fld>
            <a:endParaRPr lang="en-NZ"/>
          </a:p>
        </p:txBody>
      </p:sp>
    </p:spTree>
    <p:extLst>
      <p:ext uri="{BB962C8B-B14F-4D97-AF65-F5344CB8AC3E}">
        <p14:creationId xmlns:p14="http://schemas.microsoft.com/office/powerpoint/2010/main" val="49755406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994F0B-1D9F-9502-FAEF-CAF07D15C5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337D0A-3563-FD50-1F79-0B68DA03ABF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49EEB32-A26B-2761-4CF9-CBF30BDDCE18}"/>
              </a:ext>
            </a:extLst>
          </p:cNvPr>
          <p:cNvSpPr>
            <a:spLocks noGrp="1"/>
          </p:cNvSpPr>
          <p:nvPr>
            <p:ph type="body" idx="1"/>
          </p:nvPr>
        </p:nvSpPr>
        <p:spPr/>
        <p:txBody>
          <a:bodyPr/>
          <a:lstStyle/>
          <a:p>
            <a:r>
              <a:rPr lang="en-GB" sz="1200" b="1" kern="1200" dirty="0">
                <a:solidFill>
                  <a:schemeClr val="tx1"/>
                </a:solidFill>
                <a:effectLst/>
                <a:latin typeface="+mn-lt"/>
                <a:ea typeface="+mn-ea"/>
                <a:cs typeface="+mn-cs"/>
              </a:rPr>
              <a:t>Landing Page  - Welcome, providing introduction to Tairawhiti Rising</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User sees clear options to log in or sign up. </a:t>
            </a:r>
            <a:endParaRPr lang="en-NZ" sz="1200" kern="1200" dirty="0">
              <a:solidFill>
                <a:schemeClr val="tx1"/>
              </a:solidFill>
              <a:effectLst/>
              <a:latin typeface="+mn-lt"/>
              <a:ea typeface="+mn-ea"/>
              <a:cs typeface="+mn-cs"/>
            </a:endParaRPr>
          </a:p>
          <a:p>
            <a:pPr lvl="0"/>
            <a:r>
              <a:rPr lang="en-GB" sz="1200" kern="1200" dirty="0">
                <a:solidFill>
                  <a:schemeClr val="tx1"/>
                </a:solidFill>
                <a:effectLst/>
                <a:latin typeface="+mn-lt"/>
                <a:ea typeface="+mn-ea"/>
                <a:cs typeface="+mn-cs"/>
              </a:rPr>
              <a:t>Content Sidebar: Username, Logout, Support topic links – based on user interaction from chat forum these will provide links to additional information and external sites.</a:t>
            </a:r>
            <a:endParaRPr lang="en-NZ" sz="1200" kern="1200" dirty="0">
              <a:solidFill>
                <a:schemeClr val="tx1"/>
              </a:solidFill>
              <a:effectLst/>
              <a:latin typeface="+mn-lt"/>
              <a:ea typeface="+mn-ea"/>
              <a:cs typeface="+mn-cs"/>
            </a:endParaRPr>
          </a:p>
          <a:p>
            <a:pPr lvl="0"/>
            <a:r>
              <a:rPr lang="en-GB" sz="1200" kern="1200" dirty="0">
                <a:solidFill>
                  <a:schemeClr val="tx1"/>
                </a:solidFill>
                <a:effectLst/>
                <a:latin typeface="+mn-lt"/>
                <a:ea typeface="+mn-ea"/>
                <a:cs typeface="+mn-cs"/>
              </a:rPr>
              <a:t>Sign-Up Page: For new users to register.  This is where the unique user identifier for tracking the user in the database is allocated. </a:t>
            </a:r>
          </a:p>
          <a:p>
            <a:r>
              <a:rPr lang="en-US" sz="1200" b="1" kern="1200" dirty="0">
                <a:solidFill>
                  <a:schemeClr val="tx1"/>
                </a:solidFill>
                <a:effectLst/>
                <a:latin typeface="+mn-lt"/>
                <a:ea typeface="+mn-ea"/>
                <a:cs typeface="+mn-cs"/>
              </a:rPr>
              <a:t>Create Account</a:t>
            </a:r>
            <a:endParaRPr lang="en-NZ" sz="1200" b="1"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Users can submit required fields: username, email, password, birthdate. </a:t>
            </a:r>
          </a:p>
          <a:p>
            <a:pPr lvl="0"/>
            <a:r>
              <a:rPr lang="en-US" sz="1200" kern="1200" dirty="0">
                <a:solidFill>
                  <a:schemeClr val="tx1"/>
                </a:solidFill>
                <a:effectLst/>
                <a:latin typeface="+mn-lt"/>
                <a:ea typeface="+mn-ea"/>
                <a:cs typeface="+mn-cs"/>
              </a:rPr>
              <a:t>Error messages are shown if constraints are not met.</a:t>
            </a:r>
            <a:endParaRPr lang="en-NZ"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Password is stored.</a:t>
            </a:r>
            <a:endParaRPr lang="en-NZ"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Unique ID is assigned. </a:t>
            </a:r>
            <a:endParaRPr lang="en-NZ"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kern="1200" dirty="0">
                <a:solidFill>
                  <a:schemeClr val="tx1"/>
                </a:solidFill>
                <a:effectLst/>
                <a:latin typeface="+mn-lt"/>
                <a:ea typeface="+mn-ea"/>
                <a:cs typeface="+mn-cs"/>
              </a:rPr>
              <a:t>Registered users can access the chat forum. </a:t>
            </a:r>
            <a:endParaRPr lang="en-NZ" sz="1200" kern="1200" dirty="0">
              <a:solidFill>
                <a:schemeClr val="tx1"/>
              </a:solidFill>
              <a:effectLst/>
              <a:latin typeface="+mn-lt"/>
              <a:ea typeface="+mn-ea"/>
              <a:cs typeface="+mn-cs"/>
            </a:endParaRPr>
          </a:p>
          <a:p>
            <a:pPr lvl="0"/>
            <a:r>
              <a:rPr lang="en-NZ" sz="1200" kern="1200" dirty="0">
                <a:solidFill>
                  <a:schemeClr val="tx1"/>
                </a:solidFill>
                <a:effectLst/>
                <a:latin typeface="+mn-lt"/>
                <a:ea typeface="+mn-ea"/>
                <a:cs typeface="+mn-cs"/>
              </a:rPr>
              <a:t>User directs you to login page.</a:t>
            </a:r>
          </a:p>
          <a:p>
            <a:r>
              <a:rPr lang="en-US" sz="1200" b="1" kern="1200" dirty="0">
                <a:solidFill>
                  <a:schemeClr val="tx1"/>
                </a:solidFill>
                <a:effectLst/>
                <a:latin typeface="+mn-lt"/>
                <a:ea typeface="+mn-ea"/>
                <a:cs typeface="+mn-cs"/>
              </a:rPr>
              <a:t>Log In</a:t>
            </a:r>
            <a:endParaRPr lang="en-NZ" sz="1200" b="1"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Users can log in with correct email/password. </a:t>
            </a:r>
            <a:endParaRPr lang="en-NZ"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Error messages are shown if credentials are incorrect. </a:t>
            </a:r>
            <a:endParaRPr lang="en-NZ"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User directed to chat forum. </a:t>
            </a:r>
            <a:endParaRPr lang="en-NZ" sz="1200"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Community Chat </a:t>
            </a:r>
            <a:endParaRPr lang="en-NZ" sz="1200" kern="1200" dirty="0">
              <a:solidFill>
                <a:schemeClr val="tx1"/>
              </a:solidFill>
              <a:effectLst/>
              <a:latin typeface="+mn-lt"/>
              <a:ea typeface="+mn-ea"/>
              <a:cs typeface="+mn-cs"/>
            </a:endParaRPr>
          </a:p>
          <a:p>
            <a:pPr lvl="0"/>
            <a:r>
              <a:rPr lang="en-GB" sz="1200" kern="1200" dirty="0">
                <a:solidFill>
                  <a:schemeClr val="tx1"/>
                </a:solidFill>
                <a:effectLst/>
                <a:latin typeface="+mn-lt"/>
                <a:ea typeface="+mn-ea"/>
                <a:cs typeface="+mn-cs"/>
              </a:rPr>
              <a:t>Users can </a:t>
            </a:r>
            <a:r>
              <a:rPr lang="en-US" sz="1200" b="1" kern="1200" dirty="0">
                <a:solidFill>
                  <a:schemeClr val="tx1"/>
                </a:solidFill>
                <a:effectLst/>
                <a:latin typeface="+mn-lt"/>
                <a:ea typeface="+mn-ea"/>
                <a:cs typeface="+mn-cs"/>
              </a:rPr>
              <a:t>Make Post / Comment</a:t>
            </a:r>
            <a:endParaRPr lang="en-NZ" sz="1200" b="1"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Users can enter post/comment content. </a:t>
            </a:r>
            <a:endParaRPr lang="en-NZ"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Validation ensures content is not empty. </a:t>
            </a:r>
            <a:endParaRPr lang="en-NZ"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Submitted content appears in forum immediately. </a:t>
            </a:r>
            <a:endParaRPr lang="en-NZ"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Users can edit or delete their own posts/comments. </a:t>
            </a:r>
            <a:endParaRPr lang="en-NZ" sz="1200"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Database </a:t>
            </a:r>
            <a:endParaRPr lang="en-NZ" sz="1200" kern="1200" dirty="0">
              <a:solidFill>
                <a:schemeClr val="tx1"/>
              </a:solidFill>
              <a:effectLst/>
              <a:latin typeface="+mn-lt"/>
              <a:ea typeface="+mn-ea"/>
              <a:cs typeface="+mn-cs"/>
            </a:endParaRPr>
          </a:p>
          <a:p>
            <a:pPr lvl="0"/>
            <a:r>
              <a:rPr lang="en-GB" sz="1200" kern="1200" dirty="0">
                <a:solidFill>
                  <a:schemeClr val="tx1"/>
                </a:solidFill>
                <a:effectLst/>
                <a:latin typeface="+mn-lt"/>
                <a:ea typeface="+mn-ea"/>
                <a:cs typeface="+mn-cs"/>
              </a:rPr>
              <a:t>Stores all user information and posts. </a:t>
            </a:r>
            <a:endParaRPr lang="en-NZ" sz="1200" kern="1200" dirty="0">
              <a:solidFill>
                <a:schemeClr val="tx1"/>
              </a:solidFill>
              <a:effectLst/>
              <a:latin typeface="+mn-lt"/>
              <a:ea typeface="+mn-ea"/>
              <a:cs typeface="+mn-cs"/>
            </a:endParaRPr>
          </a:p>
          <a:p>
            <a:pPr lvl="0"/>
            <a:r>
              <a:rPr lang="en-GB" sz="1200" kern="1200" dirty="0">
                <a:solidFill>
                  <a:schemeClr val="tx1"/>
                </a:solidFill>
                <a:effectLst/>
                <a:latin typeface="+mn-lt"/>
                <a:ea typeface="+mn-ea"/>
                <a:cs typeface="+mn-cs"/>
              </a:rPr>
              <a:t>Ensures data is secure, structured, and retrievable for future analysis. </a:t>
            </a:r>
            <a:endParaRPr lang="en-NZ" sz="1200" kern="1200" dirty="0">
              <a:solidFill>
                <a:schemeClr val="tx1"/>
              </a:solidFill>
              <a:effectLst/>
              <a:latin typeface="+mn-lt"/>
              <a:ea typeface="+mn-ea"/>
              <a:cs typeface="+mn-cs"/>
            </a:endParaRPr>
          </a:p>
          <a:p>
            <a:endParaRPr lang="en-GB" sz="1200" b="1"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2BCE5161-FF58-832B-DE56-1C90E19CCA11}"/>
              </a:ext>
            </a:extLst>
          </p:cNvPr>
          <p:cNvSpPr>
            <a:spLocks noGrp="1"/>
          </p:cNvSpPr>
          <p:nvPr>
            <p:ph type="sldNum" sz="quarter" idx="5"/>
          </p:nvPr>
        </p:nvSpPr>
        <p:spPr/>
        <p:txBody>
          <a:bodyPr/>
          <a:lstStyle/>
          <a:p>
            <a:fld id="{1272F994-213F-4F2D-917C-F0B2BBDB6E12}" type="slidenum">
              <a:rPr lang="en-NZ" smtClean="0"/>
              <a:t>19</a:t>
            </a:fld>
            <a:endParaRPr lang="en-NZ"/>
          </a:p>
        </p:txBody>
      </p:sp>
    </p:spTree>
    <p:extLst>
      <p:ext uri="{BB962C8B-B14F-4D97-AF65-F5344CB8AC3E}">
        <p14:creationId xmlns:p14="http://schemas.microsoft.com/office/powerpoint/2010/main" val="278316010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612367-492F-C8CB-F158-34350F429F9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D1F1316-8336-A15D-2C1D-6CE9889CDE6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DF28B15-139C-2F5E-9EFF-38F972C06F62}"/>
              </a:ext>
            </a:extLst>
          </p:cNvPr>
          <p:cNvSpPr>
            <a:spLocks noGrp="1"/>
          </p:cNvSpPr>
          <p:nvPr>
            <p:ph type="body" idx="1"/>
          </p:nvPr>
        </p:nvSpPr>
        <p:spPr/>
        <p:txBody>
          <a:bodyPr/>
          <a:lstStyle/>
          <a:p>
            <a:r>
              <a:rPr lang="en-GB" sz="1200" b="1" kern="1200" dirty="0">
                <a:solidFill>
                  <a:schemeClr val="tx1"/>
                </a:solidFill>
                <a:effectLst/>
                <a:latin typeface="+mn-lt"/>
                <a:ea typeface="+mn-ea"/>
                <a:cs typeface="+mn-cs"/>
              </a:rPr>
              <a:t>Testing Strategy</a:t>
            </a:r>
            <a:endParaRPr lang="en-NZ" sz="1200" b="1"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What were steps undertaken to achieve product quality?</a:t>
            </a:r>
            <a:endParaRPr lang="en-NZ" sz="1200" b="1"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Design Validation checked using low fi design in Figma, use cases and database logical and physical models. </a:t>
            </a:r>
          </a:p>
          <a:p>
            <a:r>
              <a:rPr lang="en-GB" sz="1200" kern="1200" dirty="0">
                <a:solidFill>
                  <a:schemeClr val="tx1"/>
                </a:solidFill>
                <a:effectLst/>
                <a:latin typeface="+mn-lt"/>
                <a:ea typeface="+mn-ea"/>
                <a:cs typeface="+mn-cs"/>
              </a:rPr>
              <a:t>Testing using Thunder client, console.log and testing through ongoing manual testing of the application.</a:t>
            </a:r>
            <a:endParaRPr lang="en-NZ" sz="1200"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Each feature of the application tested?</a:t>
            </a:r>
            <a:endParaRPr lang="en-NZ" sz="1200" b="1" kern="1200" dirty="0">
              <a:solidFill>
                <a:schemeClr val="tx1"/>
              </a:solidFill>
              <a:effectLst/>
              <a:latin typeface="+mn-lt"/>
              <a:ea typeface="+mn-ea"/>
              <a:cs typeface="+mn-cs"/>
            </a:endParaRPr>
          </a:p>
          <a:p>
            <a:pPr lvl="0"/>
            <a:r>
              <a:rPr lang="en-GB" sz="1200" kern="1200" dirty="0">
                <a:solidFill>
                  <a:schemeClr val="tx1"/>
                </a:solidFill>
                <a:effectLst/>
                <a:latin typeface="+mn-lt"/>
                <a:ea typeface="+mn-ea"/>
                <a:cs typeface="+mn-cs"/>
              </a:rPr>
              <a:t>Database API testing using Thunder client to test CRUD operations for posts comments user registration and login.</a:t>
            </a:r>
            <a:endParaRPr lang="en-NZ" sz="1200" kern="1200" dirty="0">
              <a:solidFill>
                <a:schemeClr val="tx1"/>
              </a:solidFill>
              <a:effectLst/>
              <a:latin typeface="+mn-lt"/>
              <a:ea typeface="+mn-ea"/>
              <a:cs typeface="+mn-cs"/>
            </a:endParaRPr>
          </a:p>
          <a:p>
            <a:pPr lvl="0"/>
            <a:r>
              <a:rPr lang="en-GB" sz="1200" kern="1200" dirty="0">
                <a:solidFill>
                  <a:schemeClr val="tx1"/>
                </a:solidFill>
                <a:effectLst/>
                <a:latin typeface="+mn-lt"/>
                <a:ea typeface="+mn-ea"/>
                <a:cs typeface="+mn-cs"/>
              </a:rPr>
              <a:t>Manual user testing – walked through all user flows to ensure functionality.</a:t>
            </a:r>
            <a:endParaRPr lang="en-NZ" sz="1200" kern="1200" dirty="0">
              <a:solidFill>
                <a:schemeClr val="tx1"/>
              </a:solidFill>
              <a:effectLst/>
              <a:latin typeface="+mn-lt"/>
              <a:ea typeface="+mn-ea"/>
              <a:cs typeface="+mn-cs"/>
            </a:endParaRPr>
          </a:p>
          <a:p>
            <a:pPr lvl="0"/>
            <a:r>
              <a:rPr lang="en-GB" sz="1200" kern="1200" dirty="0">
                <a:solidFill>
                  <a:schemeClr val="tx1"/>
                </a:solidFill>
                <a:effectLst/>
                <a:latin typeface="+mn-lt"/>
                <a:ea typeface="+mn-ea"/>
                <a:cs typeface="+mn-cs"/>
              </a:rPr>
              <a:t>Browser Inspect to check responsivity, work through console errors, check styling.</a:t>
            </a:r>
            <a:endParaRPr lang="en-NZ" sz="1200"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How did you handle edge cases?</a:t>
            </a:r>
            <a:endParaRPr lang="en-NZ" sz="1200" b="1"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Attempted actions such as:</a:t>
            </a:r>
            <a:endParaRPr lang="en-NZ" sz="1200" kern="1200" dirty="0">
              <a:solidFill>
                <a:schemeClr val="tx1"/>
              </a:solidFill>
              <a:effectLst/>
              <a:latin typeface="+mn-lt"/>
              <a:ea typeface="+mn-ea"/>
              <a:cs typeface="+mn-cs"/>
            </a:endParaRPr>
          </a:p>
          <a:p>
            <a:pPr lvl="0"/>
            <a:r>
              <a:rPr lang="en-GB" sz="1200" kern="1200" dirty="0">
                <a:solidFill>
                  <a:schemeClr val="tx1"/>
                </a:solidFill>
                <a:effectLst/>
                <a:latin typeface="+mn-lt"/>
                <a:ea typeface="+mn-ea"/>
                <a:cs typeface="+mn-cs"/>
              </a:rPr>
              <a:t>Submitting empty posts or comments</a:t>
            </a:r>
            <a:endParaRPr lang="en-NZ" sz="1200" kern="1200" dirty="0">
              <a:solidFill>
                <a:schemeClr val="tx1"/>
              </a:solidFill>
              <a:effectLst/>
              <a:latin typeface="+mn-lt"/>
              <a:ea typeface="+mn-ea"/>
              <a:cs typeface="+mn-cs"/>
            </a:endParaRPr>
          </a:p>
          <a:p>
            <a:pPr lvl="0"/>
            <a:r>
              <a:rPr lang="en-GB" sz="1200" kern="1200" dirty="0">
                <a:solidFill>
                  <a:schemeClr val="tx1"/>
                </a:solidFill>
                <a:effectLst/>
                <a:latin typeface="+mn-lt"/>
                <a:ea typeface="+mn-ea"/>
                <a:cs typeface="+mn-cs"/>
              </a:rPr>
              <a:t>Duplicate registrations</a:t>
            </a:r>
            <a:endParaRPr lang="en-NZ" sz="1200" kern="1200" dirty="0">
              <a:solidFill>
                <a:schemeClr val="tx1"/>
              </a:solidFill>
              <a:effectLst/>
              <a:latin typeface="+mn-lt"/>
              <a:ea typeface="+mn-ea"/>
              <a:cs typeface="+mn-cs"/>
            </a:endParaRPr>
          </a:p>
          <a:p>
            <a:pPr lvl="0"/>
            <a:r>
              <a:rPr lang="en-GB" sz="1200" kern="1200" dirty="0">
                <a:solidFill>
                  <a:schemeClr val="tx1"/>
                </a:solidFill>
                <a:effectLst/>
                <a:latin typeface="+mn-lt"/>
                <a:ea typeface="+mn-ea"/>
                <a:cs typeface="+mn-cs"/>
              </a:rPr>
              <a:t>Editing/deleting posts not belonging to the user</a:t>
            </a:r>
            <a:endParaRPr lang="en-NZ" sz="1200" kern="1200" dirty="0">
              <a:solidFill>
                <a:schemeClr val="tx1"/>
              </a:solidFill>
              <a:effectLst/>
              <a:latin typeface="+mn-lt"/>
              <a:ea typeface="+mn-ea"/>
              <a:cs typeface="+mn-cs"/>
            </a:endParaRPr>
          </a:p>
          <a:p>
            <a:pPr lvl="0"/>
            <a:r>
              <a:rPr lang="en-GB" sz="1200" kern="1200" dirty="0">
                <a:solidFill>
                  <a:schemeClr val="tx1"/>
                </a:solidFill>
                <a:effectLst/>
                <a:latin typeface="+mn-lt"/>
                <a:ea typeface="+mn-ea"/>
                <a:cs typeface="+mn-cs"/>
              </a:rPr>
              <a:t>Used console logs and browser inspect tools to monitor errors and validate handling.</a:t>
            </a:r>
            <a:endParaRPr lang="en-NZ" sz="1200" kern="1200" dirty="0">
              <a:solidFill>
                <a:schemeClr val="tx1"/>
              </a:solidFill>
              <a:effectLst/>
              <a:latin typeface="+mn-lt"/>
              <a:ea typeface="+mn-ea"/>
              <a:cs typeface="+mn-cs"/>
            </a:endParaRPr>
          </a:p>
          <a:p>
            <a:endParaRPr lang="en-NZ" dirty="0"/>
          </a:p>
        </p:txBody>
      </p:sp>
      <p:sp>
        <p:nvSpPr>
          <p:cNvPr id="4" name="Slide Number Placeholder 3">
            <a:extLst>
              <a:ext uri="{FF2B5EF4-FFF2-40B4-BE49-F238E27FC236}">
                <a16:creationId xmlns:a16="http://schemas.microsoft.com/office/drawing/2014/main" id="{AC67C621-3A52-064F-AF74-E9C275857370}"/>
              </a:ext>
            </a:extLst>
          </p:cNvPr>
          <p:cNvSpPr>
            <a:spLocks noGrp="1"/>
          </p:cNvSpPr>
          <p:nvPr>
            <p:ph type="sldNum" sz="quarter" idx="5"/>
          </p:nvPr>
        </p:nvSpPr>
        <p:spPr/>
        <p:txBody>
          <a:bodyPr/>
          <a:lstStyle/>
          <a:p>
            <a:fld id="{1272F994-213F-4F2D-917C-F0B2BBDB6E12}" type="slidenum">
              <a:rPr lang="en-NZ" smtClean="0"/>
              <a:t>20</a:t>
            </a:fld>
            <a:endParaRPr lang="en-NZ"/>
          </a:p>
        </p:txBody>
      </p:sp>
    </p:spTree>
    <p:extLst>
      <p:ext uri="{BB962C8B-B14F-4D97-AF65-F5344CB8AC3E}">
        <p14:creationId xmlns:p14="http://schemas.microsoft.com/office/powerpoint/2010/main" val="117102008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6B2CAB-2689-76FC-5EE0-42DC753C959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NZ"/>
          </a:p>
        </p:txBody>
      </p:sp>
      <p:sp>
        <p:nvSpPr>
          <p:cNvPr id="3" name="Subtitle 2">
            <a:extLst>
              <a:ext uri="{FF2B5EF4-FFF2-40B4-BE49-F238E27FC236}">
                <a16:creationId xmlns:a16="http://schemas.microsoft.com/office/drawing/2014/main" id="{97D8CDA6-CFE7-5B00-FC3A-D1770D3FDA1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NZ"/>
          </a:p>
        </p:txBody>
      </p:sp>
      <p:sp>
        <p:nvSpPr>
          <p:cNvPr id="4" name="Date Placeholder 3">
            <a:extLst>
              <a:ext uri="{FF2B5EF4-FFF2-40B4-BE49-F238E27FC236}">
                <a16:creationId xmlns:a16="http://schemas.microsoft.com/office/drawing/2014/main" id="{C1EE322A-2B18-DD84-B78D-539DC83848E9}"/>
              </a:ext>
            </a:extLst>
          </p:cNvPr>
          <p:cNvSpPr>
            <a:spLocks noGrp="1"/>
          </p:cNvSpPr>
          <p:nvPr>
            <p:ph type="dt" sz="half" idx="10"/>
          </p:nvPr>
        </p:nvSpPr>
        <p:spPr/>
        <p:txBody>
          <a:bodyPr/>
          <a:lstStyle/>
          <a:p>
            <a:fld id="{1BC378BB-81DA-4280-A033-E1108E38B072}" type="datetime1">
              <a:rPr lang="en-NZ" smtClean="0"/>
              <a:t>2/04/2026</a:t>
            </a:fld>
            <a:endParaRPr lang="en-NZ"/>
          </a:p>
        </p:txBody>
      </p:sp>
      <p:sp>
        <p:nvSpPr>
          <p:cNvPr id="5" name="Footer Placeholder 4">
            <a:extLst>
              <a:ext uri="{FF2B5EF4-FFF2-40B4-BE49-F238E27FC236}">
                <a16:creationId xmlns:a16="http://schemas.microsoft.com/office/drawing/2014/main" id="{6CD99793-0A72-B164-D77A-716EE922F155}"/>
              </a:ext>
            </a:extLst>
          </p:cNvPr>
          <p:cNvSpPr>
            <a:spLocks noGrp="1"/>
          </p:cNvSpPr>
          <p:nvPr>
            <p:ph type="ftr" sz="quarter" idx="11"/>
          </p:nvPr>
        </p:nvSpPr>
        <p:spPr/>
        <p:txBody>
          <a:bodyPr/>
          <a:lstStyle/>
          <a:p>
            <a:r>
              <a:rPr lang="en-US"/>
              <a:t>Capstone Project by Lavinia Poutu - April 2026</a:t>
            </a:r>
            <a:endParaRPr lang="en-NZ"/>
          </a:p>
        </p:txBody>
      </p:sp>
      <p:sp>
        <p:nvSpPr>
          <p:cNvPr id="6" name="Slide Number Placeholder 5">
            <a:extLst>
              <a:ext uri="{FF2B5EF4-FFF2-40B4-BE49-F238E27FC236}">
                <a16:creationId xmlns:a16="http://schemas.microsoft.com/office/drawing/2014/main" id="{CDF23B62-1D8C-F54B-D296-1B13647017A4}"/>
              </a:ext>
            </a:extLst>
          </p:cNvPr>
          <p:cNvSpPr>
            <a:spLocks noGrp="1"/>
          </p:cNvSpPr>
          <p:nvPr>
            <p:ph type="sldNum" sz="quarter" idx="12"/>
          </p:nvPr>
        </p:nvSpPr>
        <p:spPr/>
        <p:txBody>
          <a:bodyPr/>
          <a:lstStyle/>
          <a:p>
            <a:fld id="{CC85BB5F-1EAE-4028-A1B9-97806A69F1AE}" type="slidenum">
              <a:rPr lang="en-NZ" smtClean="0"/>
              <a:t>‹#›</a:t>
            </a:fld>
            <a:endParaRPr lang="en-NZ"/>
          </a:p>
        </p:txBody>
      </p:sp>
    </p:spTree>
    <p:extLst>
      <p:ext uri="{BB962C8B-B14F-4D97-AF65-F5344CB8AC3E}">
        <p14:creationId xmlns:p14="http://schemas.microsoft.com/office/powerpoint/2010/main" val="36584786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5239AE-4DA1-2430-B242-6A87A53603ED}"/>
              </a:ext>
            </a:extLst>
          </p:cNvPr>
          <p:cNvSpPr>
            <a:spLocks noGrp="1"/>
          </p:cNvSpPr>
          <p:nvPr>
            <p:ph type="title"/>
          </p:nvPr>
        </p:nvSpPr>
        <p:spPr/>
        <p:txBody>
          <a:bodyPr/>
          <a:lstStyle/>
          <a:p>
            <a:r>
              <a:rPr lang="en-US"/>
              <a:t>Click to edit Master title style</a:t>
            </a:r>
            <a:endParaRPr lang="en-NZ"/>
          </a:p>
        </p:txBody>
      </p:sp>
      <p:sp>
        <p:nvSpPr>
          <p:cNvPr id="3" name="Content Placeholder 2">
            <a:extLst>
              <a:ext uri="{FF2B5EF4-FFF2-40B4-BE49-F238E27FC236}">
                <a16:creationId xmlns:a16="http://schemas.microsoft.com/office/drawing/2014/main" id="{D97ECB91-F72B-F816-9F9D-24DD7A63426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Date Placeholder 3">
            <a:extLst>
              <a:ext uri="{FF2B5EF4-FFF2-40B4-BE49-F238E27FC236}">
                <a16:creationId xmlns:a16="http://schemas.microsoft.com/office/drawing/2014/main" id="{6FE50BC1-30E0-A08A-2CB4-A5E237FE3AF2}"/>
              </a:ext>
            </a:extLst>
          </p:cNvPr>
          <p:cNvSpPr>
            <a:spLocks noGrp="1"/>
          </p:cNvSpPr>
          <p:nvPr>
            <p:ph type="dt" sz="half" idx="10"/>
          </p:nvPr>
        </p:nvSpPr>
        <p:spPr/>
        <p:txBody>
          <a:bodyPr/>
          <a:lstStyle/>
          <a:p>
            <a:fld id="{1366920D-6661-4AF4-AB90-CA1EDEDE15E7}" type="datetime1">
              <a:rPr lang="en-NZ" smtClean="0"/>
              <a:t>2/04/2026</a:t>
            </a:fld>
            <a:endParaRPr lang="en-NZ"/>
          </a:p>
        </p:txBody>
      </p:sp>
      <p:sp>
        <p:nvSpPr>
          <p:cNvPr id="5" name="Footer Placeholder 4">
            <a:extLst>
              <a:ext uri="{FF2B5EF4-FFF2-40B4-BE49-F238E27FC236}">
                <a16:creationId xmlns:a16="http://schemas.microsoft.com/office/drawing/2014/main" id="{D75AF328-15D2-A038-A098-93DABE77E587}"/>
              </a:ext>
            </a:extLst>
          </p:cNvPr>
          <p:cNvSpPr>
            <a:spLocks noGrp="1"/>
          </p:cNvSpPr>
          <p:nvPr>
            <p:ph type="ftr" sz="quarter" idx="11"/>
          </p:nvPr>
        </p:nvSpPr>
        <p:spPr/>
        <p:txBody>
          <a:bodyPr/>
          <a:lstStyle/>
          <a:p>
            <a:r>
              <a:rPr lang="en-US"/>
              <a:t>Capstone Project by Lavinia Poutu - April 2026</a:t>
            </a:r>
            <a:endParaRPr lang="en-NZ"/>
          </a:p>
        </p:txBody>
      </p:sp>
      <p:sp>
        <p:nvSpPr>
          <p:cNvPr id="6" name="Slide Number Placeholder 5">
            <a:extLst>
              <a:ext uri="{FF2B5EF4-FFF2-40B4-BE49-F238E27FC236}">
                <a16:creationId xmlns:a16="http://schemas.microsoft.com/office/drawing/2014/main" id="{AE64063A-A25A-329D-F96C-5BF4C7C970C5}"/>
              </a:ext>
            </a:extLst>
          </p:cNvPr>
          <p:cNvSpPr>
            <a:spLocks noGrp="1"/>
          </p:cNvSpPr>
          <p:nvPr>
            <p:ph type="sldNum" sz="quarter" idx="12"/>
          </p:nvPr>
        </p:nvSpPr>
        <p:spPr/>
        <p:txBody>
          <a:bodyPr/>
          <a:lstStyle/>
          <a:p>
            <a:fld id="{CC85BB5F-1EAE-4028-A1B9-97806A69F1AE}" type="slidenum">
              <a:rPr lang="en-NZ" smtClean="0"/>
              <a:t>‹#›</a:t>
            </a:fld>
            <a:endParaRPr lang="en-NZ"/>
          </a:p>
        </p:txBody>
      </p:sp>
    </p:spTree>
    <p:extLst>
      <p:ext uri="{BB962C8B-B14F-4D97-AF65-F5344CB8AC3E}">
        <p14:creationId xmlns:p14="http://schemas.microsoft.com/office/powerpoint/2010/main" val="28593324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1CA871-77A4-0DEA-1774-07E21A1C446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NZ"/>
          </a:p>
        </p:txBody>
      </p:sp>
      <p:sp>
        <p:nvSpPr>
          <p:cNvPr id="3" name="Text Placeholder 2">
            <a:extLst>
              <a:ext uri="{FF2B5EF4-FFF2-40B4-BE49-F238E27FC236}">
                <a16:creationId xmlns:a16="http://schemas.microsoft.com/office/drawing/2014/main" id="{76D26312-20AC-D6A3-47B4-125D582841E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F80C74A-D590-81E9-6F9F-CF599BA606ED}"/>
              </a:ext>
            </a:extLst>
          </p:cNvPr>
          <p:cNvSpPr>
            <a:spLocks noGrp="1"/>
          </p:cNvSpPr>
          <p:nvPr>
            <p:ph type="dt" sz="half" idx="10"/>
          </p:nvPr>
        </p:nvSpPr>
        <p:spPr/>
        <p:txBody>
          <a:bodyPr/>
          <a:lstStyle/>
          <a:p>
            <a:fld id="{25BA4626-18B2-4F42-B075-0973E6942FF2}" type="datetime1">
              <a:rPr lang="en-NZ" smtClean="0"/>
              <a:t>2/04/2026</a:t>
            </a:fld>
            <a:endParaRPr lang="en-NZ"/>
          </a:p>
        </p:txBody>
      </p:sp>
      <p:sp>
        <p:nvSpPr>
          <p:cNvPr id="5" name="Footer Placeholder 4">
            <a:extLst>
              <a:ext uri="{FF2B5EF4-FFF2-40B4-BE49-F238E27FC236}">
                <a16:creationId xmlns:a16="http://schemas.microsoft.com/office/drawing/2014/main" id="{81D4575B-2385-4C0F-84CF-F32E87865960}"/>
              </a:ext>
            </a:extLst>
          </p:cNvPr>
          <p:cNvSpPr>
            <a:spLocks noGrp="1"/>
          </p:cNvSpPr>
          <p:nvPr>
            <p:ph type="ftr" sz="quarter" idx="11"/>
          </p:nvPr>
        </p:nvSpPr>
        <p:spPr/>
        <p:txBody>
          <a:bodyPr/>
          <a:lstStyle/>
          <a:p>
            <a:r>
              <a:rPr lang="en-US"/>
              <a:t>Capstone Project by Lavinia Poutu - April 2026</a:t>
            </a:r>
            <a:endParaRPr lang="en-NZ"/>
          </a:p>
        </p:txBody>
      </p:sp>
      <p:sp>
        <p:nvSpPr>
          <p:cNvPr id="6" name="Slide Number Placeholder 5">
            <a:extLst>
              <a:ext uri="{FF2B5EF4-FFF2-40B4-BE49-F238E27FC236}">
                <a16:creationId xmlns:a16="http://schemas.microsoft.com/office/drawing/2014/main" id="{7F970BAF-ACBC-A5D9-AC0D-1CDC595C5E07}"/>
              </a:ext>
            </a:extLst>
          </p:cNvPr>
          <p:cNvSpPr>
            <a:spLocks noGrp="1"/>
          </p:cNvSpPr>
          <p:nvPr>
            <p:ph type="sldNum" sz="quarter" idx="12"/>
          </p:nvPr>
        </p:nvSpPr>
        <p:spPr/>
        <p:txBody>
          <a:bodyPr/>
          <a:lstStyle/>
          <a:p>
            <a:fld id="{CC85BB5F-1EAE-4028-A1B9-97806A69F1AE}" type="slidenum">
              <a:rPr lang="en-NZ" smtClean="0"/>
              <a:t>‹#›</a:t>
            </a:fld>
            <a:endParaRPr lang="en-NZ"/>
          </a:p>
        </p:txBody>
      </p:sp>
    </p:spTree>
    <p:extLst>
      <p:ext uri="{BB962C8B-B14F-4D97-AF65-F5344CB8AC3E}">
        <p14:creationId xmlns:p14="http://schemas.microsoft.com/office/powerpoint/2010/main" val="29329997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41E3F3-061B-0FEB-D49C-B5CDFAAF254D}"/>
              </a:ext>
            </a:extLst>
          </p:cNvPr>
          <p:cNvSpPr>
            <a:spLocks noGrp="1"/>
          </p:cNvSpPr>
          <p:nvPr>
            <p:ph type="title"/>
          </p:nvPr>
        </p:nvSpPr>
        <p:spPr/>
        <p:txBody>
          <a:bodyPr/>
          <a:lstStyle/>
          <a:p>
            <a:r>
              <a:rPr lang="en-US"/>
              <a:t>Click to edit Master title style</a:t>
            </a:r>
            <a:endParaRPr lang="en-NZ"/>
          </a:p>
        </p:txBody>
      </p:sp>
      <p:sp>
        <p:nvSpPr>
          <p:cNvPr id="3" name="Content Placeholder 2">
            <a:extLst>
              <a:ext uri="{FF2B5EF4-FFF2-40B4-BE49-F238E27FC236}">
                <a16:creationId xmlns:a16="http://schemas.microsoft.com/office/drawing/2014/main" id="{ACF937CD-1DEE-649A-59C0-D21028868B8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Content Placeholder 3">
            <a:extLst>
              <a:ext uri="{FF2B5EF4-FFF2-40B4-BE49-F238E27FC236}">
                <a16:creationId xmlns:a16="http://schemas.microsoft.com/office/drawing/2014/main" id="{2436CD6F-AFCD-1B26-90F5-EAFD09083F7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5" name="Date Placeholder 4">
            <a:extLst>
              <a:ext uri="{FF2B5EF4-FFF2-40B4-BE49-F238E27FC236}">
                <a16:creationId xmlns:a16="http://schemas.microsoft.com/office/drawing/2014/main" id="{90FBB815-5DCC-545C-9834-402569F5ADA0}"/>
              </a:ext>
            </a:extLst>
          </p:cNvPr>
          <p:cNvSpPr>
            <a:spLocks noGrp="1"/>
          </p:cNvSpPr>
          <p:nvPr>
            <p:ph type="dt" sz="half" idx="10"/>
          </p:nvPr>
        </p:nvSpPr>
        <p:spPr/>
        <p:txBody>
          <a:bodyPr/>
          <a:lstStyle/>
          <a:p>
            <a:fld id="{B9D258D7-8C5B-4702-B3EF-3CCFA7CF0801}" type="datetime1">
              <a:rPr lang="en-NZ" smtClean="0"/>
              <a:t>2/04/2026</a:t>
            </a:fld>
            <a:endParaRPr lang="en-NZ"/>
          </a:p>
        </p:txBody>
      </p:sp>
      <p:sp>
        <p:nvSpPr>
          <p:cNvPr id="6" name="Footer Placeholder 5">
            <a:extLst>
              <a:ext uri="{FF2B5EF4-FFF2-40B4-BE49-F238E27FC236}">
                <a16:creationId xmlns:a16="http://schemas.microsoft.com/office/drawing/2014/main" id="{79D9E11D-5947-EE44-6CA6-F196575FDD40}"/>
              </a:ext>
            </a:extLst>
          </p:cNvPr>
          <p:cNvSpPr>
            <a:spLocks noGrp="1"/>
          </p:cNvSpPr>
          <p:nvPr>
            <p:ph type="ftr" sz="quarter" idx="11"/>
          </p:nvPr>
        </p:nvSpPr>
        <p:spPr/>
        <p:txBody>
          <a:bodyPr/>
          <a:lstStyle/>
          <a:p>
            <a:r>
              <a:rPr lang="en-US"/>
              <a:t>Capstone Project by Lavinia Poutu - April 2026</a:t>
            </a:r>
            <a:endParaRPr lang="en-NZ"/>
          </a:p>
        </p:txBody>
      </p:sp>
      <p:sp>
        <p:nvSpPr>
          <p:cNvPr id="7" name="Slide Number Placeholder 6">
            <a:extLst>
              <a:ext uri="{FF2B5EF4-FFF2-40B4-BE49-F238E27FC236}">
                <a16:creationId xmlns:a16="http://schemas.microsoft.com/office/drawing/2014/main" id="{B3BF1AC9-670F-D40F-BE56-863F02B651C5}"/>
              </a:ext>
            </a:extLst>
          </p:cNvPr>
          <p:cNvSpPr>
            <a:spLocks noGrp="1"/>
          </p:cNvSpPr>
          <p:nvPr>
            <p:ph type="sldNum" sz="quarter" idx="12"/>
          </p:nvPr>
        </p:nvSpPr>
        <p:spPr/>
        <p:txBody>
          <a:bodyPr/>
          <a:lstStyle/>
          <a:p>
            <a:fld id="{CC85BB5F-1EAE-4028-A1B9-97806A69F1AE}" type="slidenum">
              <a:rPr lang="en-NZ" smtClean="0"/>
              <a:t>‹#›</a:t>
            </a:fld>
            <a:endParaRPr lang="en-NZ"/>
          </a:p>
        </p:txBody>
      </p:sp>
    </p:spTree>
    <p:extLst>
      <p:ext uri="{BB962C8B-B14F-4D97-AF65-F5344CB8AC3E}">
        <p14:creationId xmlns:p14="http://schemas.microsoft.com/office/powerpoint/2010/main" val="33094222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5AFB01-800D-D505-B9DE-23841F8E85DF}"/>
              </a:ext>
            </a:extLst>
          </p:cNvPr>
          <p:cNvSpPr>
            <a:spLocks noGrp="1"/>
          </p:cNvSpPr>
          <p:nvPr>
            <p:ph type="title"/>
          </p:nvPr>
        </p:nvSpPr>
        <p:spPr>
          <a:xfrm>
            <a:off x="839788" y="365125"/>
            <a:ext cx="10515600" cy="1325563"/>
          </a:xfrm>
        </p:spPr>
        <p:txBody>
          <a:bodyPr/>
          <a:lstStyle/>
          <a:p>
            <a:r>
              <a:rPr lang="en-US"/>
              <a:t>Click to edit Master title style</a:t>
            </a:r>
            <a:endParaRPr lang="en-NZ"/>
          </a:p>
        </p:txBody>
      </p:sp>
      <p:sp>
        <p:nvSpPr>
          <p:cNvPr id="3" name="Text Placeholder 2">
            <a:extLst>
              <a:ext uri="{FF2B5EF4-FFF2-40B4-BE49-F238E27FC236}">
                <a16:creationId xmlns:a16="http://schemas.microsoft.com/office/drawing/2014/main" id="{3AC377F5-DC12-C176-402F-E37EA1BD9CD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5DB18DB-E621-8963-752E-BDD5DF27FDA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5" name="Text Placeholder 4">
            <a:extLst>
              <a:ext uri="{FF2B5EF4-FFF2-40B4-BE49-F238E27FC236}">
                <a16:creationId xmlns:a16="http://schemas.microsoft.com/office/drawing/2014/main" id="{0227D676-9286-F8F7-7950-A2BAC98FC67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A55C33E-35C6-C247-424C-14DD940715D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7" name="Date Placeholder 6">
            <a:extLst>
              <a:ext uri="{FF2B5EF4-FFF2-40B4-BE49-F238E27FC236}">
                <a16:creationId xmlns:a16="http://schemas.microsoft.com/office/drawing/2014/main" id="{4FF1356D-D32E-81A8-8410-71503E7F649D}"/>
              </a:ext>
            </a:extLst>
          </p:cNvPr>
          <p:cNvSpPr>
            <a:spLocks noGrp="1"/>
          </p:cNvSpPr>
          <p:nvPr>
            <p:ph type="dt" sz="half" idx="10"/>
          </p:nvPr>
        </p:nvSpPr>
        <p:spPr/>
        <p:txBody>
          <a:bodyPr/>
          <a:lstStyle/>
          <a:p>
            <a:fld id="{1ECCD51D-BF13-4A63-879C-E99F38191B74}" type="datetime1">
              <a:rPr lang="en-NZ" smtClean="0"/>
              <a:t>2/04/2026</a:t>
            </a:fld>
            <a:endParaRPr lang="en-NZ"/>
          </a:p>
        </p:txBody>
      </p:sp>
      <p:sp>
        <p:nvSpPr>
          <p:cNvPr id="8" name="Footer Placeholder 7">
            <a:extLst>
              <a:ext uri="{FF2B5EF4-FFF2-40B4-BE49-F238E27FC236}">
                <a16:creationId xmlns:a16="http://schemas.microsoft.com/office/drawing/2014/main" id="{18139B24-04F8-0D3E-83D6-FDC4BD14AAA3}"/>
              </a:ext>
            </a:extLst>
          </p:cNvPr>
          <p:cNvSpPr>
            <a:spLocks noGrp="1"/>
          </p:cNvSpPr>
          <p:nvPr>
            <p:ph type="ftr" sz="quarter" idx="11"/>
          </p:nvPr>
        </p:nvSpPr>
        <p:spPr/>
        <p:txBody>
          <a:bodyPr/>
          <a:lstStyle/>
          <a:p>
            <a:r>
              <a:rPr lang="en-US"/>
              <a:t>Capstone Project by Lavinia Poutu - April 2026</a:t>
            </a:r>
            <a:endParaRPr lang="en-NZ"/>
          </a:p>
        </p:txBody>
      </p:sp>
      <p:sp>
        <p:nvSpPr>
          <p:cNvPr id="9" name="Slide Number Placeholder 8">
            <a:extLst>
              <a:ext uri="{FF2B5EF4-FFF2-40B4-BE49-F238E27FC236}">
                <a16:creationId xmlns:a16="http://schemas.microsoft.com/office/drawing/2014/main" id="{B6665C34-A7BE-846F-218F-0B9358934B2F}"/>
              </a:ext>
            </a:extLst>
          </p:cNvPr>
          <p:cNvSpPr>
            <a:spLocks noGrp="1"/>
          </p:cNvSpPr>
          <p:nvPr>
            <p:ph type="sldNum" sz="quarter" idx="12"/>
          </p:nvPr>
        </p:nvSpPr>
        <p:spPr/>
        <p:txBody>
          <a:bodyPr/>
          <a:lstStyle/>
          <a:p>
            <a:fld id="{CC85BB5F-1EAE-4028-A1B9-97806A69F1AE}" type="slidenum">
              <a:rPr lang="en-NZ" smtClean="0"/>
              <a:t>‹#›</a:t>
            </a:fld>
            <a:endParaRPr lang="en-NZ"/>
          </a:p>
        </p:txBody>
      </p:sp>
    </p:spTree>
    <p:extLst>
      <p:ext uri="{BB962C8B-B14F-4D97-AF65-F5344CB8AC3E}">
        <p14:creationId xmlns:p14="http://schemas.microsoft.com/office/powerpoint/2010/main" val="28957135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37BB8B-3D92-D35F-B549-F7631069ED26}"/>
              </a:ext>
            </a:extLst>
          </p:cNvPr>
          <p:cNvSpPr>
            <a:spLocks noGrp="1"/>
          </p:cNvSpPr>
          <p:nvPr>
            <p:ph type="title"/>
          </p:nvPr>
        </p:nvSpPr>
        <p:spPr/>
        <p:txBody>
          <a:bodyPr/>
          <a:lstStyle/>
          <a:p>
            <a:r>
              <a:rPr lang="en-US"/>
              <a:t>Click to edit Master title style</a:t>
            </a:r>
            <a:endParaRPr lang="en-NZ"/>
          </a:p>
        </p:txBody>
      </p:sp>
      <p:sp>
        <p:nvSpPr>
          <p:cNvPr id="3" name="Date Placeholder 2">
            <a:extLst>
              <a:ext uri="{FF2B5EF4-FFF2-40B4-BE49-F238E27FC236}">
                <a16:creationId xmlns:a16="http://schemas.microsoft.com/office/drawing/2014/main" id="{B098FED2-79EC-AEFA-4CE8-E9B7F6F8B852}"/>
              </a:ext>
            </a:extLst>
          </p:cNvPr>
          <p:cNvSpPr>
            <a:spLocks noGrp="1"/>
          </p:cNvSpPr>
          <p:nvPr>
            <p:ph type="dt" sz="half" idx="10"/>
          </p:nvPr>
        </p:nvSpPr>
        <p:spPr/>
        <p:txBody>
          <a:bodyPr/>
          <a:lstStyle/>
          <a:p>
            <a:fld id="{660AD3F1-7116-444C-A55D-B465B4AD0073}" type="datetime1">
              <a:rPr lang="en-NZ" smtClean="0"/>
              <a:t>2/04/2026</a:t>
            </a:fld>
            <a:endParaRPr lang="en-NZ"/>
          </a:p>
        </p:txBody>
      </p:sp>
      <p:sp>
        <p:nvSpPr>
          <p:cNvPr id="4" name="Footer Placeholder 3">
            <a:extLst>
              <a:ext uri="{FF2B5EF4-FFF2-40B4-BE49-F238E27FC236}">
                <a16:creationId xmlns:a16="http://schemas.microsoft.com/office/drawing/2014/main" id="{65374D27-89FF-F10D-E79E-04A3365DCE18}"/>
              </a:ext>
            </a:extLst>
          </p:cNvPr>
          <p:cNvSpPr>
            <a:spLocks noGrp="1"/>
          </p:cNvSpPr>
          <p:nvPr>
            <p:ph type="ftr" sz="quarter" idx="11"/>
          </p:nvPr>
        </p:nvSpPr>
        <p:spPr/>
        <p:txBody>
          <a:bodyPr/>
          <a:lstStyle/>
          <a:p>
            <a:r>
              <a:rPr lang="en-US"/>
              <a:t>Capstone Project by Lavinia Poutu - April 2026</a:t>
            </a:r>
            <a:endParaRPr lang="en-NZ"/>
          </a:p>
        </p:txBody>
      </p:sp>
      <p:sp>
        <p:nvSpPr>
          <p:cNvPr id="5" name="Slide Number Placeholder 4">
            <a:extLst>
              <a:ext uri="{FF2B5EF4-FFF2-40B4-BE49-F238E27FC236}">
                <a16:creationId xmlns:a16="http://schemas.microsoft.com/office/drawing/2014/main" id="{61259BFE-6BB1-AE28-6089-454186E952A2}"/>
              </a:ext>
            </a:extLst>
          </p:cNvPr>
          <p:cNvSpPr>
            <a:spLocks noGrp="1"/>
          </p:cNvSpPr>
          <p:nvPr>
            <p:ph type="sldNum" sz="quarter" idx="12"/>
          </p:nvPr>
        </p:nvSpPr>
        <p:spPr/>
        <p:txBody>
          <a:bodyPr/>
          <a:lstStyle/>
          <a:p>
            <a:fld id="{CC85BB5F-1EAE-4028-A1B9-97806A69F1AE}" type="slidenum">
              <a:rPr lang="en-NZ" smtClean="0"/>
              <a:t>‹#›</a:t>
            </a:fld>
            <a:endParaRPr lang="en-NZ"/>
          </a:p>
        </p:txBody>
      </p:sp>
    </p:spTree>
    <p:extLst>
      <p:ext uri="{BB962C8B-B14F-4D97-AF65-F5344CB8AC3E}">
        <p14:creationId xmlns:p14="http://schemas.microsoft.com/office/powerpoint/2010/main" val="18878871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16E9856-6D82-7112-DC1D-85A2BF9DEF5C}"/>
              </a:ext>
            </a:extLst>
          </p:cNvPr>
          <p:cNvSpPr>
            <a:spLocks noGrp="1"/>
          </p:cNvSpPr>
          <p:nvPr>
            <p:ph type="dt" sz="half" idx="10"/>
          </p:nvPr>
        </p:nvSpPr>
        <p:spPr/>
        <p:txBody>
          <a:bodyPr/>
          <a:lstStyle/>
          <a:p>
            <a:fld id="{6DF55201-4DFC-4829-9CC2-728F66A58C37}" type="datetime1">
              <a:rPr lang="en-NZ" smtClean="0"/>
              <a:t>2/04/2026</a:t>
            </a:fld>
            <a:endParaRPr lang="en-NZ"/>
          </a:p>
        </p:txBody>
      </p:sp>
      <p:sp>
        <p:nvSpPr>
          <p:cNvPr id="3" name="Footer Placeholder 2">
            <a:extLst>
              <a:ext uri="{FF2B5EF4-FFF2-40B4-BE49-F238E27FC236}">
                <a16:creationId xmlns:a16="http://schemas.microsoft.com/office/drawing/2014/main" id="{CD4131D0-13F2-4E2F-12B4-8B880F7B3DFE}"/>
              </a:ext>
            </a:extLst>
          </p:cNvPr>
          <p:cNvSpPr>
            <a:spLocks noGrp="1"/>
          </p:cNvSpPr>
          <p:nvPr>
            <p:ph type="ftr" sz="quarter" idx="11"/>
          </p:nvPr>
        </p:nvSpPr>
        <p:spPr/>
        <p:txBody>
          <a:bodyPr/>
          <a:lstStyle/>
          <a:p>
            <a:r>
              <a:rPr lang="en-US"/>
              <a:t>Capstone Project by Lavinia Poutu - April 2026</a:t>
            </a:r>
            <a:endParaRPr lang="en-NZ"/>
          </a:p>
        </p:txBody>
      </p:sp>
      <p:sp>
        <p:nvSpPr>
          <p:cNvPr id="4" name="Slide Number Placeholder 3">
            <a:extLst>
              <a:ext uri="{FF2B5EF4-FFF2-40B4-BE49-F238E27FC236}">
                <a16:creationId xmlns:a16="http://schemas.microsoft.com/office/drawing/2014/main" id="{40C22F4D-83C2-9344-89E1-13AD82BB06B3}"/>
              </a:ext>
            </a:extLst>
          </p:cNvPr>
          <p:cNvSpPr>
            <a:spLocks noGrp="1"/>
          </p:cNvSpPr>
          <p:nvPr>
            <p:ph type="sldNum" sz="quarter" idx="12"/>
          </p:nvPr>
        </p:nvSpPr>
        <p:spPr/>
        <p:txBody>
          <a:bodyPr/>
          <a:lstStyle/>
          <a:p>
            <a:fld id="{CC85BB5F-1EAE-4028-A1B9-97806A69F1AE}" type="slidenum">
              <a:rPr lang="en-NZ" smtClean="0"/>
              <a:t>‹#›</a:t>
            </a:fld>
            <a:endParaRPr lang="en-NZ"/>
          </a:p>
        </p:txBody>
      </p:sp>
    </p:spTree>
    <p:extLst>
      <p:ext uri="{BB962C8B-B14F-4D97-AF65-F5344CB8AC3E}">
        <p14:creationId xmlns:p14="http://schemas.microsoft.com/office/powerpoint/2010/main" val="40359946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85BCF6-45EA-9401-F0A0-6AD39EA75F9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NZ"/>
          </a:p>
        </p:txBody>
      </p:sp>
      <p:sp>
        <p:nvSpPr>
          <p:cNvPr id="3" name="Content Placeholder 2">
            <a:extLst>
              <a:ext uri="{FF2B5EF4-FFF2-40B4-BE49-F238E27FC236}">
                <a16:creationId xmlns:a16="http://schemas.microsoft.com/office/drawing/2014/main" id="{E64F69E3-4282-B34B-D701-8469F640957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Text Placeholder 3">
            <a:extLst>
              <a:ext uri="{FF2B5EF4-FFF2-40B4-BE49-F238E27FC236}">
                <a16:creationId xmlns:a16="http://schemas.microsoft.com/office/drawing/2014/main" id="{5ACAADAF-EEB4-27D6-5EB0-AC16C620FC0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906EE1E-7AA1-72E2-10E9-72C69D9AA240}"/>
              </a:ext>
            </a:extLst>
          </p:cNvPr>
          <p:cNvSpPr>
            <a:spLocks noGrp="1"/>
          </p:cNvSpPr>
          <p:nvPr>
            <p:ph type="dt" sz="half" idx="10"/>
          </p:nvPr>
        </p:nvSpPr>
        <p:spPr/>
        <p:txBody>
          <a:bodyPr/>
          <a:lstStyle/>
          <a:p>
            <a:fld id="{A0021B88-B32D-4650-99FF-93C613017FBE}" type="datetime1">
              <a:rPr lang="en-NZ" smtClean="0"/>
              <a:t>2/04/2026</a:t>
            </a:fld>
            <a:endParaRPr lang="en-NZ"/>
          </a:p>
        </p:txBody>
      </p:sp>
      <p:sp>
        <p:nvSpPr>
          <p:cNvPr id="6" name="Footer Placeholder 5">
            <a:extLst>
              <a:ext uri="{FF2B5EF4-FFF2-40B4-BE49-F238E27FC236}">
                <a16:creationId xmlns:a16="http://schemas.microsoft.com/office/drawing/2014/main" id="{C5FFD78D-80BC-450B-82A5-377027A3DBBE}"/>
              </a:ext>
            </a:extLst>
          </p:cNvPr>
          <p:cNvSpPr>
            <a:spLocks noGrp="1"/>
          </p:cNvSpPr>
          <p:nvPr>
            <p:ph type="ftr" sz="quarter" idx="11"/>
          </p:nvPr>
        </p:nvSpPr>
        <p:spPr/>
        <p:txBody>
          <a:bodyPr/>
          <a:lstStyle/>
          <a:p>
            <a:r>
              <a:rPr lang="en-US"/>
              <a:t>Capstone Project by Lavinia Poutu - April 2026</a:t>
            </a:r>
            <a:endParaRPr lang="en-NZ"/>
          </a:p>
        </p:txBody>
      </p:sp>
      <p:sp>
        <p:nvSpPr>
          <p:cNvPr id="7" name="Slide Number Placeholder 6">
            <a:extLst>
              <a:ext uri="{FF2B5EF4-FFF2-40B4-BE49-F238E27FC236}">
                <a16:creationId xmlns:a16="http://schemas.microsoft.com/office/drawing/2014/main" id="{387CBC97-56F0-AD7A-DE42-F569EEA656CE}"/>
              </a:ext>
            </a:extLst>
          </p:cNvPr>
          <p:cNvSpPr>
            <a:spLocks noGrp="1"/>
          </p:cNvSpPr>
          <p:nvPr>
            <p:ph type="sldNum" sz="quarter" idx="12"/>
          </p:nvPr>
        </p:nvSpPr>
        <p:spPr/>
        <p:txBody>
          <a:bodyPr/>
          <a:lstStyle/>
          <a:p>
            <a:fld id="{CC85BB5F-1EAE-4028-A1B9-97806A69F1AE}" type="slidenum">
              <a:rPr lang="en-NZ" smtClean="0"/>
              <a:t>‹#›</a:t>
            </a:fld>
            <a:endParaRPr lang="en-NZ"/>
          </a:p>
        </p:txBody>
      </p:sp>
    </p:spTree>
    <p:extLst>
      <p:ext uri="{BB962C8B-B14F-4D97-AF65-F5344CB8AC3E}">
        <p14:creationId xmlns:p14="http://schemas.microsoft.com/office/powerpoint/2010/main" val="28463843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A51087-6362-E65A-D869-DA4756608C3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NZ"/>
          </a:p>
        </p:txBody>
      </p:sp>
      <p:sp>
        <p:nvSpPr>
          <p:cNvPr id="3" name="Picture Placeholder 2">
            <a:extLst>
              <a:ext uri="{FF2B5EF4-FFF2-40B4-BE49-F238E27FC236}">
                <a16:creationId xmlns:a16="http://schemas.microsoft.com/office/drawing/2014/main" id="{72D6360A-36CD-DB46-A130-F0FE970D4BA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NZ"/>
          </a:p>
        </p:txBody>
      </p:sp>
      <p:sp>
        <p:nvSpPr>
          <p:cNvPr id="4" name="Text Placeholder 3">
            <a:extLst>
              <a:ext uri="{FF2B5EF4-FFF2-40B4-BE49-F238E27FC236}">
                <a16:creationId xmlns:a16="http://schemas.microsoft.com/office/drawing/2014/main" id="{6E9CED03-19AD-9EC6-3D50-22DDA2F11FB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24D6FB7-4BD1-7C5A-7775-7FFCBCAEE5C1}"/>
              </a:ext>
            </a:extLst>
          </p:cNvPr>
          <p:cNvSpPr>
            <a:spLocks noGrp="1"/>
          </p:cNvSpPr>
          <p:nvPr>
            <p:ph type="dt" sz="half" idx="10"/>
          </p:nvPr>
        </p:nvSpPr>
        <p:spPr/>
        <p:txBody>
          <a:bodyPr/>
          <a:lstStyle/>
          <a:p>
            <a:fld id="{409A00FE-3C2E-4BD1-9BB5-5AF0A125F285}" type="datetime1">
              <a:rPr lang="en-NZ" smtClean="0"/>
              <a:t>2/04/2026</a:t>
            </a:fld>
            <a:endParaRPr lang="en-NZ"/>
          </a:p>
        </p:txBody>
      </p:sp>
      <p:sp>
        <p:nvSpPr>
          <p:cNvPr id="6" name="Footer Placeholder 5">
            <a:extLst>
              <a:ext uri="{FF2B5EF4-FFF2-40B4-BE49-F238E27FC236}">
                <a16:creationId xmlns:a16="http://schemas.microsoft.com/office/drawing/2014/main" id="{CAC73576-E324-0A33-BF2B-4A579ADAC271}"/>
              </a:ext>
            </a:extLst>
          </p:cNvPr>
          <p:cNvSpPr>
            <a:spLocks noGrp="1"/>
          </p:cNvSpPr>
          <p:nvPr>
            <p:ph type="ftr" sz="quarter" idx="11"/>
          </p:nvPr>
        </p:nvSpPr>
        <p:spPr/>
        <p:txBody>
          <a:bodyPr/>
          <a:lstStyle/>
          <a:p>
            <a:r>
              <a:rPr lang="en-US"/>
              <a:t>Capstone Project by Lavinia Poutu - April 2026</a:t>
            </a:r>
            <a:endParaRPr lang="en-NZ"/>
          </a:p>
        </p:txBody>
      </p:sp>
      <p:sp>
        <p:nvSpPr>
          <p:cNvPr id="7" name="Slide Number Placeholder 6">
            <a:extLst>
              <a:ext uri="{FF2B5EF4-FFF2-40B4-BE49-F238E27FC236}">
                <a16:creationId xmlns:a16="http://schemas.microsoft.com/office/drawing/2014/main" id="{4653EB90-BCAE-C82C-76EA-33529318468B}"/>
              </a:ext>
            </a:extLst>
          </p:cNvPr>
          <p:cNvSpPr>
            <a:spLocks noGrp="1"/>
          </p:cNvSpPr>
          <p:nvPr>
            <p:ph type="sldNum" sz="quarter" idx="12"/>
          </p:nvPr>
        </p:nvSpPr>
        <p:spPr/>
        <p:txBody>
          <a:bodyPr/>
          <a:lstStyle/>
          <a:p>
            <a:fld id="{CC85BB5F-1EAE-4028-A1B9-97806A69F1AE}" type="slidenum">
              <a:rPr lang="en-NZ" smtClean="0"/>
              <a:t>‹#›</a:t>
            </a:fld>
            <a:endParaRPr lang="en-NZ"/>
          </a:p>
        </p:txBody>
      </p:sp>
    </p:spTree>
    <p:extLst>
      <p:ext uri="{BB962C8B-B14F-4D97-AF65-F5344CB8AC3E}">
        <p14:creationId xmlns:p14="http://schemas.microsoft.com/office/powerpoint/2010/main" val="38155766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4AE331-4A38-CDD9-A96B-736C882027BC}"/>
              </a:ext>
            </a:extLst>
          </p:cNvPr>
          <p:cNvSpPr>
            <a:spLocks noGrp="1"/>
          </p:cNvSpPr>
          <p:nvPr>
            <p:ph type="title"/>
          </p:nvPr>
        </p:nvSpPr>
        <p:spPr/>
        <p:txBody>
          <a:bodyPr/>
          <a:lstStyle/>
          <a:p>
            <a:r>
              <a:rPr lang="en-US"/>
              <a:t>Click to edit Master title style</a:t>
            </a:r>
            <a:endParaRPr lang="en-NZ"/>
          </a:p>
        </p:txBody>
      </p:sp>
      <p:sp>
        <p:nvSpPr>
          <p:cNvPr id="3" name="Vertical Text Placeholder 2">
            <a:extLst>
              <a:ext uri="{FF2B5EF4-FFF2-40B4-BE49-F238E27FC236}">
                <a16:creationId xmlns:a16="http://schemas.microsoft.com/office/drawing/2014/main" id="{64967FEE-2136-C264-D805-8F2BDDDFFE2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Date Placeholder 3">
            <a:extLst>
              <a:ext uri="{FF2B5EF4-FFF2-40B4-BE49-F238E27FC236}">
                <a16:creationId xmlns:a16="http://schemas.microsoft.com/office/drawing/2014/main" id="{48E41F17-01E4-09A8-764A-A28437DCF789}"/>
              </a:ext>
            </a:extLst>
          </p:cNvPr>
          <p:cNvSpPr>
            <a:spLocks noGrp="1"/>
          </p:cNvSpPr>
          <p:nvPr>
            <p:ph type="dt" sz="half" idx="10"/>
          </p:nvPr>
        </p:nvSpPr>
        <p:spPr/>
        <p:txBody>
          <a:bodyPr/>
          <a:lstStyle/>
          <a:p>
            <a:fld id="{9C685AB4-E37D-4AF3-954C-62138DB0EA59}" type="datetime1">
              <a:rPr lang="en-NZ" smtClean="0"/>
              <a:t>2/04/2026</a:t>
            </a:fld>
            <a:endParaRPr lang="en-NZ"/>
          </a:p>
        </p:txBody>
      </p:sp>
      <p:sp>
        <p:nvSpPr>
          <p:cNvPr id="5" name="Footer Placeholder 4">
            <a:extLst>
              <a:ext uri="{FF2B5EF4-FFF2-40B4-BE49-F238E27FC236}">
                <a16:creationId xmlns:a16="http://schemas.microsoft.com/office/drawing/2014/main" id="{9E2DB4B6-0B6B-B94A-CE4B-09020EF6375D}"/>
              </a:ext>
            </a:extLst>
          </p:cNvPr>
          <p:cNvSpPr>
            <a:spLocks noGrp="1"/>
          </p:cNvSpPr>
          <p:nvPr>
            <p:ph type="ftr" sz="quarter" idx="11"/>
          </p:nvPr>
        </p:nvSpPr>
        <p:spPr/>
        <p:txBody>
          <a:bodyPr/>
          <a:lstStyle/>
          <a:p>
            <a:r>
              <a:rPr lang="en-US"/>
              <a:t>Capstone Project by Lavinia Poutu - April 2026</a:t>
            </a:r>
            <a:endParaRPr lang="en-NZ"/>
          </a:p>
        </p:txBody>
      </p:sp>
      <p:sp>
        <p:nvSpPr>
          <p:cNvPr id="6" name="Slide Number Placeholder 5">
            <a:extLst>
              <a:ext uri="{FF2B5EF4-FFF2-40B4-BE49-F238E27FC236}">
                <a16:creationId xmlns:a16="http://schemas.microsoft.com/office/drawing/2014/main" id="{E4C5D312-B1A9-EA06-D7A7-069C351DCA48}"/>
              </a:ext>
            </a:extLst>
          </p:cNvPr>
          <p:cNvSpPr>
            <a:spLocks noGrp="1"/>
          </p:cNvSpPr>
          <p:nvPr>
            <p:ph type="sldNum" sz="quarter" idx="12"/>
          </p:nvPr>
        </p:nvSpPr>
        <p:spPr/>
        <p:txBody>
          <a:bodyPr/>
          <a:lstStyle/>
          <a:p>
            <a:fld id="{CC85BB5F-1EAE-4028-A1B9-97806A69F1AE}" type="slidenum">
              <a:rPr lang="en-NZ" smtClean="0"/>
              <a:t>‹#›</a:t>
            </a:fld>
            <a:endParaRPr lang="en-NZ"/>
          </a:p>
        </p:txBody>
      </p:sp>
    </p:spTree>
    <p:extLst>
      <p:ext uri="{BB962C8B-B14F-4D97-AF65-F5344CB8AC3E}">
        <p14:creationId xmlns:p14="http://schemas.microsoft.com/office/powerpoint/2010/main" val="15614376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15CE3BE-C54C-6D73-47F1-3090838974F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NZ"/>
          </a:p>
        </p:txBody>
      </p:sp>
      <p:sp>
        <p:nvSpPr>
          <p:cNvPr id="3" name="Vertical Text Placeholder 2">
            <a:extLst>
              <a:ext uri="{FF2B5EF4-FFF2-40B4-BE49-F238E27FC236}">
                <a16:creationId xmlns:a16="http://schemas.microsoft.com/office/drawing/2014/main" id="{BB03FE0B-348B-40B9-3D3A-79A121E5C05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Date Placeholder 3">
            <a:extLst>
              <a:ext uri="{FF2B5EF4-FFF2-40B4-BE49-F238E27FC236}">
                <a16:creationId xmlns:a16="http://schemas.microsoft.com/office/drawing/2014/main" id="{AD5F82A5-4C49-373B-9E4C-CD929A3B34B3}"/>
              </a:ext>
            </a:extLst>
          </p:cNvPr>
          <p:cNvSpPr>
            <a:spLocks noGrp="1"/>
          </p:cNvSpPr>
          <p:nvPr>
            <p:ph type="dt" sz="half" idx="10"/>
          </p:nvPr>
        </p:nvSpPr>
        <p:spPr/>
        <p:txBody>
          <a:bodyPr/>
          <a:lstStyle/>
          <a:p>
            <a:fld id="{F3B6A7C4-8333-4D0C-A470-6AF066A7B4F7}" type="datetime1">
              <a:rPr lang="en-NZ" smtClean="0"/>
              <a:t>2/04/2026</a:t>
            </a:fld>
            <a:endParaRPr lang="en-NZ"/>
          </a:p>
        </p:txBody>
      </p:sp>
      <p:sp>
        <p:nvSpPr>
          <p:cNvPr id="5" name="Footer Placeholder 4">
            <a:extLst>
              <a:ext uri="{FF2B5EF4-FFF2-40B4-BE49-F238E27FC236}">
                <a16:creationId xmlns:a16="http://schemas.microsoft.com/office/drawing/2014/main" id="{3B2D9EDA-AE46-5339-47FD-47FEB3D62594}"/>
              </a:ext>
            </a:extLst>
          </p:cNvPr>
          <p:cNvSpPr>
            <a:spLocks noGrp="1"/>
          </p:cNvSpPr>
          <p:nvPr>
            <p:ph type="ftr" sz="quarter" idx="11"/>
          </p:nvPr>
        </p:nvSpPr>
        <p:spPr/>
        <p:txBody>
          <a:bodyPr/>
          <a:lstStyle/>
          <a:p>
            <a:r>
              <a:rPr lang="en-US"/>
              <a:t>Capstone Project by Lavinia Poutu - April 2026</a:t>
            </a:r>
            <a:endParaRPr lang="en-NZ"/>
          </a:p>
        </p:txBody>
      </p:sp>
      <p:sp>
        <p:nvSpPr>
          <p:cNvPr id="6" name="Slide Number Placeholder 5">
            <a:extLst>
              <a:ext uri="{FF2B5EF4-FFF2-40B4-BE49-F238E27FC236}">
                <a16:creationId xmlns:a16="http://schemas.microsoft.com/office/drawing/2014/main" id="{AB1125D2-BDD9-C524-F98E-95F775F25DB1}"/>
              </a:ext>
            </a:extLst>
          </p:cNvPr>
          <p:cNvSpPr>
            <a:spLocks noGrp="1"/>
          </p:cNvSpPr>
          <p:nvPr>
            <p:ph type="sldNum" sz="quarter" idx="12"/>
          </p:nvPr>
        </p:nvSpPr>
        <p:spPr/>
        <p:txBody>
          <a:bodyPr/>
          <a:lstStyle/>
          <a:p>
            <a:fld id="{CC85BB5F-1EAE-4028-A1B9-97806A69F1AE}" type="slidenum">
              <a:rPr lang="en-NZ" smtClean="0"/>
              <a:t>‹#›</a:t>
            </a:fld>
            <a:endParaRPr lang="en-NZ"/>
          </a:p>
        </p:txBody>
      </p:sp>
    </p:spTree>
    <p:extLst>
      <p:ext uri="{BB962C8B-B14F-4D97-AF65-F5344CB8AC3E}">
        <p14:creationId xmlns:p14="http://schemas.microsoft.com/office/powerpoint/2010/main" val="34574835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20110F8-37DE-0BB9-645B-FE232296B09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NZ"/>
          </a:p>
        </p:txBody>
      </p:sp>
      <p:sp>
        <p:nvSpPr>
          <p:cNvPr id="3" name="Text Placeholder 2">
            <a:extLst>
              <a:ext uri="{FF2B5EF4-FFF2-40B4-BE49-F238E27FC236}">
                <a16:creationId xmlns:a16="http://schemas.microsoft.com/office/drawing/2014/main" id="{EB6F826E-317B-2633-4B5F-ADA844A64C6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Date Placeholder 3">
            <a:extLst>
              <a:ext uri="{FF2B5EF4-FFF2-40B4-BE49-F238E27FC236}">
                <a16:creationId xmlns:a16="http://schemas.microsoft.com/office/drawing/2014/main" id="{9F40AE9A-0B5A-F4CA-64AB-6300E90E5A2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6093805-BA6E-4DB5-9C50-D023EDE6D226}" type="datetime1">
              <a:rPr lang="en-NZ" smtClean="0"/>
              <a:t>2/04/2026</a:t>
            </a:fld>
            <a:endParaRPr lang="en-NZ"/>
          </a:p>
        </p:txBody>
      </p:sp>
      <p:sp>
        <p:nvSpPr>
          <p:cNvPr id="5" name="Footer Placeholder 4">
            <a:extLst>
              <a:ext uri="{FF2B5EF4-FFF2-40B4-BE49-F238E27FC236}">
                <a16:creationId xmlns:a16="http://schemas.microsoft.com/office/drawing/2014/main" id="{E8DCD8A3-31F5-F9C0-0618-0364AD33AB5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r>
              <a:rPr lang="en-US"/>
              <a:t>Capstone Project by Lavinia Poutu - April 2026</a:t>
            </a:r>
            <a:endParaRPr lang="en-NZ"/>
          </a:p>
        </p:txBody>
      </p:sp>
      <p:sp>
        <p:nvSpPr>
          <p:cNvPr id="6" name="Slide Number Placeholder 5">
            <a:extLst>
              <a:ext uri="{FF2B5EF4-FFF2-40B4-BE49-F238E27FC236}">
                <a16:creationId xmlns:a16="http://schemas.microsoft.com/office/drawing/2014/main" id="{26FF52A6-B3BA-FCDC-0E19-4EB9857444D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C85BB5F-1EAE-4028-A1B9-97806A69F1AE}" type="slidenum">
              <a:rPr lang="en-NZ" smtClean="0"/>
              <a:t>‹#›</a:t>
            </a:fld>
            <a:endParaRPr lang="en-NZ"/>
          </a:p>
        </p:txBody>
      </p:sp>
    </p:spTree>
    <p:extLst>
      <p:ext uri="{BB962C8B-B14F-4D97-AF65-F5344CB8AC3E}">
        <p14:creationId xmlns:p14="http://schemas.microsoft.com/office/powerpoint/2010/main" val="159438243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5.png"/><Relationship Id="rId4" Type="http://schemas.openxmlformats.org/officeDocument/2006/relationships/image" Target="../media/image14.png"/></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17.emf"/></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2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5DEBE138-2C15-53AA-BAB7-6DF8A30B9504}"/>
              </a:ext>
            </a:extLst>
          </p:cNvPr>
          <p:cNvPicPr>
            <a:picLocks noChangeAspect="1"/>
          </p:cNvPicPr>
          <p:nvPr/>
        </p:nvPicPr>
        <p:blipFill>
          <a:blip r:embed="rId3"/>
          <a:stretch>
            <a:fillRect/>
          </a:stretch>
        </p:blipFill>
        <p:spPr>
          <a:xfrm>
            <a:off x="0" y="0"/>
            <a:ext cx="6096000" cy="6858000"/>
          </a:xfrm>
          <a:prstGeom prst="rect">
            <a:avLst/>
          </a:prstGeom>
        </p:spPr>
      </p:pic>
      <p:sp>
        <p:nvSpPr>
          <p:cNvPr id="2" name="Title 1">
            <a:extLst>
              <a:ext uri="{FF2B5EF4-FFF2-40B4-BE49-F238E27FC236}">
                <a16:creationId xmlns:a16="http://schemas.microsoft.com/office/drawing/2014/main" id="{2A308BA3-5E21-B68B-B484-BBDA23E68F9E}"/>
              </a:ext>
            </a:extLst>
          </p:cNvPr>
          <p:cNvSpPr>
            <a:spLocks noGrp="1"/>
          </p:cNvSpPr>
          <p:nvPr>
            <p:ph type="ctrTitle"/>
          </p:nvPr>
        </p:nvSpPr>
        <p:spPr>
          <a:xfrm>
            <a:off x="7116096" y="1698040"/>
            <a:ext cx="3961010" cy="2785609"/>
          </a:xfrm>
        </p:spPr>
        <p:txBody>
          <a:bodyPr>
            <a:normAutofit fontScale="90000"/>
          </a:bodyPr>
          <a:lstStyle/>
          <a:p>
            <a:br>
              <a:rPr lang="en-NZ" sz="7300" dirty="0"/>
            </a:br>
            <a:r>
              <a:rPr lang="en-NZ" sz="7300" dirty="0"/>
              <a:t>Tairawhiti Rising</a:t>
            </a:r>
            <a:br>
              <a:rPr lang="en-NZ" dirty="0"/>
            </a:br>
            <a:br>
              <a:rPr lang="en-NZ" dirty="0"/>
            </a:br>
            <a:br>
              <a:rPr lang="en-NZ" sz="3100" dirty="0"/>
            </a:br>
            <a:endParaRPr lang="en-NZ" sz="3100" dirty="0"/>
          </a:p>
        </p:txBody>
      </p:sp>
      <p:sp>
        <p:nvSpPr>
          <p:cNvPr id="3" name="Subtitle 2">
            <a:extLst>
              <a:ext uri="{FF2B5EF4-FFF2-40B4-BE49-F238E27FC236}">
                <a16:creationId xmlns:a16="http://schemas.microsoft.com/office/drawing/2014/main" id="{E3A6642D-A3C6-992D-0574-D76D2703B51B}"/>
              </a:ext>
            </a:extLst>
          </p:cNvPr>
          <p:cNvSpPr>
            <a:spLocks noGrp="1"/>
          </p:cNvSpPr>
          <p:nvPr>
            <p:ph type="subTitle" idx="1"/>
          </p:nvPr>
        </p:nvSpPr>
        <p:spPr>
          <a:xfrm>
            <a:off x="7483731" y="3581400"/>
            <a:ext cx="3379530" cy="1715181"/>
          </a:xfrm>
        </p:spPr>
        <p:txBody>
          <a:bodyPr>
            <a:noAutofit/>
          </a:bodyPr>
          <a:lstStyle/>
          <a:p>
            <a:r>
              <a:rPr lang="en-NZ" sz="4000" dirty="0"/>
              <a:t>Growing Stronger Together</a:t>
            </a:r>
          </a:p>
        </p:txBody>
      </p:sp>
      <p:sp>
        <p:nvSpPr>
          <p:cNvPr id="4" name="Footer Placeholder 3">
            <a:extLst>
              <a:ext uri="{FF2B5EF4-FFF2-40B4-BE49-F238E27FC236}">
                <a16:creationId xmlns:a16="http://schemas.microsoft.com/office/drawing/2014/main" id="{21285A94-A259-8B05-32B3-BA8EF2961477}"/>
              </a:ext>
            </a:extLst>
          </p:cNvPr>
          <p:cNvSpPr>
            <a:spLocks noGrp="1"/>
          </p:cNvSpPr>
          <p:nvPr>
            <p:ph type="ftr" sz="quarter" idx="11"/>
          </p:nvPr>
        </p:nvSpPr>
        <p:spPr>
          <a:xfrm>
            <a:off x="7039201" y="6277692"/>
            <a:ext cx="4114800" cy="365125"/>
          </a:xfrm>
        </p:spPr>
        <p:txBody>
          <a:bodyPr/>
          <a:lstStyle/>
          <a:p>
            <a:r>
              <a:rPr lang="en-US" dirty="0"/>
              <a:t>Capstone Project by Lavinia Poutu - April 2026</a:t>
            </a:r>
            <a:endParaRPr lang="en-NZ" dirty="0"/>
          </a:p>
        </p:txBody>
      </p:sp>
      <p:sp>
        <p:nvSpPr>
          <p:cNvPr id="6" name="AutoShape 2" descr="Welcome to Aotearoa">
            <a:extLst>
              <a:ext uri="{FF2B5EF4-FFF2-40B4-BE49-F238E27FC236}">
                <a16:creationId xmlns:a16="http://schemas.microsoft.com/office/drawing/2014/main" id="{B86E8D1B-D2FE-CDE8-6EC3-85BDF994A13D}"/>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NZ"/>
          </a:p>
        </p:txBody>
      </p:sp>
      <p:sp>
        <p:nvSpPr>
          <p:cNvPr id="5" name="Slide Number Placeholder 4">
            <a:extLst>
              <a:ext uri="{FF2B5EF4-FFF2-40B4-BE49-F238E27FC236}">
                <a16:creationId xmlns:a16="http://schemas.microsoft.com/office/drawing/2014/main" id="{558FDB03-46E5-6895-7153-D02DF7CC304E}"/>
              </a:ext>
            </a:extLst>
          </p:cNvPr>
          <p:cNvSpPr>
            <a:spLocks noGrp="1"/>
          </p:cNvSpPr>
          <p:nvPr>
            <p:ph type="sldNum" sz="quarter" idx="12"/>
          </p:nvPr>
        </p:nvSpPr>
        <p:spPr/>
        <p:txBody>
          <a:bodyPr/>
          <a:lstStyle/>
          <a:p>
            <a:fld id="{CC85BB5F-1EAE-4028-A1B9-97806A69F1AE}" type="slidenum">
              <a:rPr lang="en-NZ" smtClean="0"/>
              <a:t>1</a:t>
            </a:fld>
            <a:endParaRPr lang="en-NZ"/>
          </a:p>
        </p:txBody>
      </p:sp>
    </p:spTree>
    <p:extLst>
      <p:ext uri="{BB962C8B-B14F-4D97-AF65-F5344CB8AC3E}">
        <p14:creationId xmlns:p14="http://schemas.microsoft.com/office/powerpoint/2010/main" val="10260688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C1BA45-CB92-3DA8-B2F6-FE4D7C615552}"/>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F771A3C9-913D-55EE-1054-E42F4C30CA8D}"/>
              </a:ext>
            </a:extLst>
          </p:cNvPr>
          <p:cNvSpPr>
            <a:spLocks noGrp="1"/>
          </p:cNvSpPr>
          <p:nvPr>
            <p:ph type="ftr" sz="quarter" idx="11"/>
          </p:nvPr>
        </p:nvSpPr>
        <p:spPr>
          <a:xfrm>
            <a:off x="7039201" y="6277692"/>
            <a:ext cx="4114800" cy="365125"/>
          </a:xfrm>
        </p:spPr>
        <p:txBody>
          <a:bodyPr/>
          <a:lstStyle/>
          <a:p>
            <a:r>
              <a:rPr lang="en-US" dirty="0"/>
              <a:t>Capstone Project by Lavinia Poutu - April 2026</a:t>
            </a:r>
            <a:endParaRPr lang="en-NZ" dirty="0"/>
          </a:p>
        </p:txBody>
      </p:sp>
      <p:sp>
        <p:nvSpPr>
          <p:cNvPr id="6" name="AutoShape 2" descr="Welcome to Aotearoa">
            <a:extLst>
              <a:ext uri="{FF2B5EF4-FFF2-40B4-BE49-F238E27FC236}">
                <a16:creationId xmlns:a16="http://schemas.microsoft.com/office/drawing/2014/main" id="{3485D145-C554-E473-04FC-A17CB8D4FF21}"/>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NZ"/>
          </a:p>
        </p:txBody>
      </p:sp>
      <p:pic>
        <p:nvPicPr>
          <p:cNvPr id="19" name="Picture 18">
            <a:extLst>
              <a:ext uri="{FF2B5EF4-FFF2-40B4-BE49-F238E27FC236}">
                <a16:creationId xmlns:a16="http://schemas.microsoft.com/office/drawing/2014/main" id="{81E68D40-4950-2FF4-64A3-9011E3B2D10E}"/>
              </a:ext>
            </a:extLst>
          </p:cNvPr>
          <p:cNvPicPr>
            <a:picLocks noChangeAspect="1"/>
          </p:cNvPicPr>
          <p:nvPr/>
        </p:nvPicPr>
        <p:blipFill>
          <a:blip r:embed="rId3"/>
          <a:stretch>
            <a:fillRect/>
          </a:stretch>
        </p:blipFill>
        <p:spPr>
          <a:xfrm>
            <a:off x="1" y="11327"/>
            <a:ext cx="6095999" cy="6858000"/>
          </a:xfrm>
          <a:prstGeom prst="rect">
            <a:avLst/>
          </a:prstGeom>
        </p:spPr>
      </p:pic>
      <p:sp>
        <p:nvSpPr>
          <p:cNvPr id="5" name="Title 1">
            <a:extLst>
              <a:ext uri="{FF2B5EF4-FFF2-40B4-BE49-F238E27FC236}">
                <a16:creationId xmlns:a16="http://schemas.microsoft.com/office/drawing/2014/main" id="{B082447E-5950-1360-8B1E-A1C553061B1E}"/>
              </a:ext>
            </a:extLst>
          </p:cNvPr>
          <p:cNvSpPr txBox="1">
            <a:spLocks/>
          </p:cNvSpPr>
          <p:nvPr/>
        </p:nvSpPr>
        <p:spPr>
          <a:xfrm>
            <a:off x="860119" y="1153920"/>
            <a:ext cx="4230100" cy="1569617"/>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r"/>
            <a:r>
              <a:rPr lang="en-US" sz="4000" dirty="0">
                <a:solidFill>
                  <a:srgbClr val="FFFFFF"/>
                </a:solidFill>
              </a:rPr>
              <a:t>Content Overview…</a:t>
            </a:r>
          </a:p>
        </p:txBody>
      </p:sp>
      <p:sp>
        <p:nvSpPr>
          <p:cNvPr id="13" name="Content Placeholder 2">
            <a:extLst>
              <a:ext uri="{FF2B5EF4-FFF2-40B4-BE49-F238E27FC236}">
                <a16:creationId xmlns:a16="http://schemas.microsoft.com/office/drawing/2014/main" id="{89E5F042-8209-3650-961A-FC9CDC57606C}"/>
              </a:ext>
            </a:extLst>
          </p:cNvPr>
          <p:cNvSpPr txBox="1">
            <a:spLocks/>
          </p:cNvSpPr>
          <p:nvPr/>
        </p:nvSpPr>
        <p:spPr>
          <a:xfrm>
            <a:off x="6665377" y="372200"/>
            <a:ext cx="4862447" cy="5911172"/>
          </a:xfrm>
          <a:prstGeom prst="rect">
            <a:avLst/>
          </a:prstGeom>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2000" dirty="0"/>
              <a:t>Purpose</a:t>
            </a:r>
          </a:p>
          <a:p>
            <a:r>
              <a:rPr lang="en-US" sz="2000" dirty="0"/>
              <a:t>Problem / Opportunity</a:t>
            </a:r>
          </a:p>
          <a:p>
            <a:r>
              <a:rPr lang="en-US" sz="2000" dirty="0"/>
              <a:t>Current State / Desired State</a:t>
            </a:r>
          </a:p>
          <a:p>
            <a:r>
              <a:rPr lang="en-US" sz="2000" dirty="0"/>
              <a:t>Industry / Domain</a:t>
            </a:r>
          </a:p>
          <a:p>
            <a:r>
              <a:rPr lang="en-US" sz="2000" dirty="0"/>
              <a:t>Stakeholders</a:t>
            </a:r>
          </a:p>
          <a:p>
            <a:r>
              <a:rPr lang="en-US" sz="2000" dirty="0"/>
              <a:t>Product Description</a:t>
            </a:r>
          </a:p>
          <a:p>
            <a:r>
              <a:rPr lang="en-US" sz="2000" dirty="0"/>
              <a:t>Out of Scope</a:t>
            </a:r>
          </a:p>
          <a:p>
            <a:r>
              <a:rPr lang="en-US" sz="2000" dirty="0"/>
              <a:t>Non-Functional Requirements</a:t>
            </a:r>
          </a:p>
          <a:p>
            <a:r>
              <a:rPr lang="en-US" sz="2000" dirty="0"/>
              <a:t>Project Planning</a:t>
            </a:r>
          </a:p>
          <a:p>
            <a:r>
              <a:rPr lang="en-US" sz="2000" dirty="0"/>
              <a:t>Testing Strategy</a:t>
            </a:r>
          </a:p>
          <a:p>
            <a:r>
              <a:rPr lang="en-US" sz="2000" dirty="0"/>
              <a:t>Implementation</a:t>
            </a:r>
          </a:p>
          <a:p>
            <a:r>
              <a:rPr lang="en-US" sz="2000" dirty="0"/>
              <a:t>End to End Solution</a:t>
            </a:r>
          </a:p>
          <a:p>
            <a:r>
              <a:rPr lang="en-US" sz="2000" dirty="0"/>
              <a:t>References</a:t>
            </a:r>
          </a:p>
          <a:p>
            <a:r>
              <a:rPr lang="en-US" sz="2000" dirty="0"/>
              <a:t>Demonstration</a:t>
            </a:r>
          </a:p>
          <a:p>
            <a:r>
              <a:rPr lang="en-US" sz="2000" dirty="0"/>
              <a:t>Questions and Answers</a:t>
            </a:r>
          </a:p>
        </p:txBody>
      </p:sp>
      <p:sp>
        <p:nvSpPr>
          <p:cNvPr id="17" name="Title 1">
            <a:extLst>
              <a:ext uri="{FF2B5EF4-FFF2-40B4-BE49-F238E27FC236}">
                <a16:creationId xmlns:a16="http://schemas.microsoft.com/office/drawing/2014/main" id="{9B42077F-8266-8019-38F4-79E50A279589}"/>
              </a:ext>
            </a:extLst>
          </p:cNvPr>
          <p:cNvSpPr>
            <a:spLocks noGrp="1"/>
          </p:cNvSpPr>
          <p:nvPr>
            <p:ph type="ctrTitle"/>
          </p:nvPr>
        </p:nvSpPr>
        <p:spPr>
          <a:xfrm>
            <a:off x="153661" y="11327"/>
            <a:ext cx="5643015" cy="1142593"/>
          </a:xfrm>
        </p:spPr>
        <p:txBody>
          <a:bodyPr/>
          <a:lstStyle/>
          <a:p>
            <a:r>
              <a:rPr lang="en-NZ" dirty="0"/>
              <a:t>Tairawhiti Rising</a:t>
            </a:r>
          </a:p>
        </p:txBody>
      </p:sp>
      <p:sp>
        <p:nvSpPr>
          <p:cNvPr id="2" name="Slide Number Placeholder 1">
            <a:extLst>
              <a:ext uri="{FF2B5EF4-FFF2-40B4-BE49-F238E27FC236}">
                <a16:creationId xmlns:a16="http://schemas.microsoft.com/office/drawing/2014/main" id="{3098D01A-681C-1F57-A4C5-4C975BC65889}"/>
              </a:ext>
            </a:extLst>
          </p:cNvPr>
          <p:cNvSpPr>
            <a:spLocks noGrp="1"/>
          </p:cNvSpPr>
          <p:nvPr>
            <p:ph type="sldNum" sz="quarter" idx="12"/>
          </p:nvPr>
        </p:nvSpPr>
        <p:spPr/>
        <p:txBody>
          <a:bodyPr/>
          <a:lstStyle/>
          <a:p>
            <a:fld id="{CC85BB5F-1EAE-4028-A1B9-97806A69F1AE}" type="slidenum">
              <a:rPr lang="en-NZ" smtClean="0"/>
              <a:t>2</a:t>
            </a:fld>
            <a:endParaRPr lang="en-NZ"/>
          </a:p>
        </p:txBody>
      </p:sp>
    </p:spTree>
    <p:extLst>
      <p:ext uri="{BB962C8B-B14F-4D97-AF65-F5344CB8AC3E}">
        <p14:creationId xmlns:p14="http://schemas.microsoft.com/office/powerpoint/2010/main" val="39360154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FA9434-5D53-42CA-6808-A7D99CB04B46}"/>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5B7DB856-C11A-7D0F-744D-A2B762AE6827}"/>
              </a:ext>
            </a:extLst>
          </p:cNvPr>
          <p:cNvSpPr>
            <a:spLocks noGrp="1"/>
          </p:cNvSpPr>
          <p:nvPr>
            <p:ph type="ftr" sz="quarter" idx="11"/>
          </p:nvPr>
        </p:nvSpPr>
        <p:spPr>
          <a:xfrm>
            <a:off x="7039201" y="6277692"/>
            <a:ext cx="4114800" cy="365125"/>
          </a:xfrm>
        </p:spPr>
        <p:txBody>
          <a:bodyPr/>
          <a:lstStyle/>
          <a:p>
            <a:r>
              <a:rPr lang="en-US" dirty="0"/>
              <a:t>Capstone Project by Lavinia Poutu - April 2026</a:t>
            </a:r>
            <a:endParaRPr lang="en-NZ" dirty="0"/>
          </a:p>
        </p:txBody>
      </p:sp>
      <p:sp>
        <p:nvSpPr>
          <p:cNvPr id="6" name="AutoShape 2" descr="Welcome to Aotearoa">
            <a:extLst>
              <a:ext uri="{FF2B5EF4-FFF2-40B4-BE49-F238E27FC236}">
                <a16:creationId xmlns:a16="http://schemas.microsoft.com/office/drawing/2014/main" id="{53E24377-CA98-0F08-080A-FA7574E03E2D}"/>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NZ"/>
          </a:p>
        </p:txBody>
      </p:sp>
      <p:sp>
        <p:nvSpPr>
          <p:cNvPr id="10" name="Subtitle 2">
            <a:extLst>
              <a:ext uri="{FF2B5EF4-FFF2-40B4-BE49-F238E27FC236}">
                <a16:creationId xmlns:a16="http://schemas.microsoft.com/office/drawing/2014/main" id="{516B367A-B907-95C8-FF1D-030FC2EA1E2F}"/>
              </a:ext>
            </a:extLst>
          </p:cNvPr>
          <p:cNvSpPr>
            <a:spLocks noGrp="1"/>
          </p:cNvSpPr>
          <p:nvPr>
            <p:ph type="subTitle" idx="1"/>
          </p:nvPr>
        </p:nvSpPr>
        <p:spPr>
          <a:xfrm>
            <a:off x="6457955" y="1852831"/>
            <a:ext cx="5277287" cy="4001728"/>
          </a:xfrm>
        </p:spPr>
        <p:txBody>
          <a:bodyPr>
            <a:normAutofit/>
          </a:bodyPr>
          <a:lstStyle/>
          <a:p>
            <a:r>
              <a:rPr lang="en-NZ" sz="4000" dirty="0"/>
              <a:t>An online community supporting each other to strengthen family and future generations through shared learnings and community voice.</a:t>
            </a:r>
          </a:p>
        </p:txBody>
      </p:sp>
      <p:sp>
        <p:nvSpPr>
          <p:cNvPr id="11" name="TextBox 10">
            <a:extLst>
              <a:ext uri="{FF2B5EF4-FFF2-40B4-BE49-F238E27FC236}">
                <a16:creationId xmlns:a16="http://schemas.microsoft.com/office/drawing/2014/main" id="{34E97493-DC7A-FB65-142F-D0CD64074547}"/>
              </a:ext>
            </a:extLst>
          </p:cNvPr>
          <p:cNvSpPr txBox="1"/>
          <p:nvPr/>
        </p:nvSpPr>
        <p:spPr>
          <a:xfrm>
            <a:off x="7329251" y="582841"/>
            <a:ext cx="3534696" cy="923330"/>
          </a:xfrm>
          <a:prstGeom prst="rect">
            <a:avLst/>
          </a:prstGeom>
          <a:noFill/>
        </p:spPr>
        <p:txBody>
          <a:bodyPr wrap="square" rtlCol="0">
            <a:spAutoFit/>
          </a:bodyPr>
          <a:lstStyle/>
          <a:p>
            <a:r>
              <a:rPr lang="en-NZ" sz="5400" b="1" dirty="0"/>
              <a:t>PURPOSE</a:t>
            </a:r>
          </a:p>
        </p:txBody>
      </p:sp>
      <p:pic>
        <p:nvPicPr>
          <p:cNvPr id="18" name="Picture 17">
            <a:extLst>
              <a:ext uri="{FF2B5EF4-FFF2-40B4-BE49-F238E27FC236}">
                <a16:creationId xmlns:a16="http://schemas.microsoft.com/office/drawing/2014/main" id="{B871CB37-05A2-EE6D-885F-70091DED9003}"/>
              </a:ext>
            </a:extLst>
          </p:cNvPr>
          <p:cNvPicPr>
            <a:picLocks noChangeAspect="1"/>
          </p:cNvPicPr>
          <p:nvPr/>
        </p:nvPicPr>
        <p:blipFill>
          <a:blip r:embed="rId3"/>
          <a:stretch>
            <a:fillRect/>
          </a:stretch>
        </p:blipFill>
        <p:spPr>
          <a:xfrm>
            <a:off x="-1" y="0"/>
            <a:ext cx="5852569" cy="6858000"/>
          </a:xfrm>
          <a:prstGeom prst="rect">
            <a:avLst/>
          </a:prstGeom>
        </p:spPr>
      </p:pic>
      <p:sp>
        <p:nvSpPr>
          <p:cNvPr id="14" name="Title 1">
            <a:extLst>
              <a:ext uri="{FF2B5EF4-FFF2-40B4-BE49-F238E27FC236}">
                <a16:creationId xmlns:a16="http://schemas.microsoft.com/office/drawing/2014/main" id="{D9D56D65-7D12-28A1-56DE-6E308A96577E}"/>
              </a:ext>
            </a:extLst>
          </p:cNvPr>
          <p:cNvSpPr>
            <a:spLocks noGrp="1"/>
          </p:cNvSpPr>
          <p:nvPr>
            <p:ph type="ctrTitle"/>
          </p:nvPr>
        </p:nvSpPr>
        <p:spPr>
          <a:xfrm>
            <a:off x="-2" y="97972"/>
            <a:ext cx="5643015" cy="1142593"/>
          </a:xfrm>
        </p:spPr>
        <p:txBody>
          <a:bodyPr/>
          <a:lstStyle/>
          <a:p>
            <a:r>
              <a:rPr lang="en-NZ" dirty="0"/>
              <a:t>Tairawhiti Rising</a:t>
            </a:r>
          </a:p>
        </p:txBody>
      </p:sp>
      <p:sp>
        <p:nvSpPr>
          <p:cNvPr id="2" name="Slide Number Placeholder 1">
            <a:extLst>
              <a:ext uri="{FF2B5EF4-FFF2-40B4-BE49-F238E27FC236}">
                <a16:creationId xmlns:a16="http://schemas.microsoft.com/office/drawing/2014/main" id="{D21160B8-864A-41DA-B4A7-DDC2D3EDC1C2}"/>
              </a:ext>
            </a:extLst>
          </p:cNvPr>
          <p:cNvSpPr>
            <a:spLocks noGrp="1"/>
          </p:cNvSpPr>
          <p:nvPr>
            <p:ph type="sldNum" sz="quarter" idx="12"/>
          </p:nvPr>
        </p:nvSpPr>
        <p:spPr/>
        <p:txBody>
          <a:bodyPr/>
          <a:lstStyle/>
          <a:p>
            <a:fld id="{CC85BB5F-1EAE-4028-A1B9-97806A69F1AE}" type="slidenum">
              <a:rPr lang="en-NZ" smtClean="0"/>
              <a:t>3</a:t>
            </a:fld>
            <a:endParaRPr lang="en-NZ"/>
          </a:p>
        </p:txBody>
      </p:sp>
    </p:spTree>
    <p:extLst>
      <p:ext uri="{BB962C8B-B14F-4D97-AF65-F5344CB8AC3E}">
        <p14:creationId xmlns:p14="http://schemas.microsoft.com/office/powerpoint/2010/main" val="8913445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D4E505-E67A-E391-24A2-B5F4FABE33DD}"/>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A41D7F10-A8EF-69FD-CF33-F3100D972289}"/>
              </a:ext>
            </a:extLst>
          </p:cNvPr>
          <p:cNvSpPr>
            <a:spLocks noGrp="1"/>
          </p:cNvSpPr>
          <p:nvPr>
            <p:ph type="ftr" sz="quarter" idx="11"/>
          </p:nvPr>
        </p:nvSpPr>
        <p:spPr>
          <a:xfrm>
            <a:off x="7039201" y="6277692"/>
            <a:ext cx="4114800" cy="365125"/>
          </a:xfrm>
        </p:spPr>
        <p:txBody>
          <a:bodyPr/>
          <a:lstStyle/>
          <a:p>
            <a:r>
              <a:rPr lang="en-US" dirty="0"/>
              <a:t>Capstone Project by Lavinia Poutu - April 2026</a:t>
            </a:r>
            <a:endParaRPr lang="en-NZ" dirty="0"/>
          </a:p>
        </p:txBody>
      </p:sp>
      <p:sp>
        <p:nvSpPr>
          <p:cNvPr id="6" name="AutoShape 2" descr="Welcome to Aotearoa">
            <a:extLst>
              <a:ext uri="{FF2B5EF4-FFF2-40B4-BE49-F238E27FC236}">
                <a16:creationId xmlns:a16="http://schemas.microsoft.com/office/drawing/2014/main" id="{31A413FF-6622-8311-5FA2-43AACD20144E}"/>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NZ"/>
          </a:p>
        </p:txBody>
      </p:sp>
      <p:sp>
        <p:nvSpPr>
          <p:cNvPr id="11" name="TextBox 10">
            <a:extLst>
              <a:ext uri="{FF2B5EF4-FFF2-40B4-BE49-F238E27FC236}">
                <a16:creationId xmlns:a16="http://schemas.microsoft.com/office/drawing/2014/main" id="{E5C182F3-3159-BDD2-D83C-15F987074AA8}"/>
              </a:ext>
            </a:extLst>
          </p:cNvPr>
          <p:cNvSpPr txBox="1"/>
          <p:nvPr/>
        </p:nvSpPr>
        <p:spPr>
          <a:xfrm>
            <a:off x="6401333" y="259835"/>
            <a:ext cx="5390535" cy="1569660"/>
          </a:xfrm>
          <a:prstGeom prst="rect">
            <a:avLst/>
          </a:prstGeom>
          <a:noFill/>
        </p:spPr>
        <p:txBody>
          <a:bodyPr wrap="square" rtlCol="0">
            <a:spAutoFit/>
          </a:bodyPr>
          <a:lstStyle/>
          <a:p>
            <a:pPr algn="ctr"/>
            <a:r>
              <a:rPr lang="en-NZ" sz="4800" b="1" dirty="0"/>
              <a:t>PROBLEM / OPPORTUNITY</a:t>
            </a:r>
          </a:p>
        </p:txBody>
      </p:sp>
      <p:sp>
        <p:nvSpPr>
          <p:cNvPr id="5" name="Subtitle 2">
            <a:extLst>
              <a:ext uri="{FF2B5EF4-FFF2-40B4-BE49-F238E27FC236}">
                <a16:creationId xmlns:a16="http://schemas.microsoft.com/office/drawing/2014/main" id="{9F8A6F95-C5BA-EA81-4020-11C2181DFF39}"/>
              </a:ext>
            </a:extLst>
          </p:cNvPr>
          <p:cNvSpPr txBox="1">
            <a:spLocks/>
          </p:cNvSpPr>
          <p:nvPr/>
        </p:nvSpPr>
        <p:spPr>
          <a:xfrm>
            <a:off x="6553733" y="1829494"/>
            <a:ext cx="5166670" cy="4448197"/>
          </a:xfrm>
          <a:prstGeom prst="rect">
            <a:avLst/>
          </a:prstGeom>
        </p:spPr>
        <p:txBody>
          <a:bodyPr vert="horz" lIns="91440" tIns="45720" rIns="91440" bIns="45720" rtlCol="0">
            <a:normAutofit lnSpcReduction="1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GB" sz="2800" dirty="0"/>
              <a:t>Tairawhiti Rising aims to:</a:t>
            </a:r>
          </a:p>
          <a:p>
            <a:r>
              <a:rPr lang="en-GB" sz="2800" dirty="0"/>
              <a:t>Increase connection and support across community. </a:t>
            </a:r>
          </a:p>
          <a:p>
            <a:r>
              <a:rPr lang="en-GB" sz="2800" dirty="0"/>
              <a:t>  </a:t>
            </a:r>
          </a:p>
          <a:p>
            <a:r>
              <a:rPr lang="en-GB" sz="2800" dirty="0"/>
              <a:t>Insights strengthen understanding of user need and experience. </a:t>
            </a:r>
          </a:p>
          <a:p>
            <a:endParaRPr lang="en-GB" sz="2800" dirty="0"/>
          </a:p>
          <a:p>
            <a:r>
              <a:rPr lang="en-GB" sz="2800" dirty="0"/>
              <a:t>Service design and delivery is improved.</a:t>
            </a:r>
          </a:p>
          <a:p>
            <a:endParaRPr lang="en-GB" dirty="0"/>
          </a:p>
          <a:p>
            <a:endParaRPr lang="en-NZ" dirty="0"/>
          </a:p>
          <a:p>
            <a:endParaRPr lang="en-NZ" dirty="0"/>
          </a:p>
        </p:txBody>
      </p:sp>
      <p:pic>
        <p:nvPicPr>
          <p:cNvPr id="8" name="Picture 7">
            <a:extLst>
              <a:ext uri="{FF2B5EF4-FFF2-40B4-BE49-F238E27FC236}">
                <a16:creationId xmlns:a16="http://schemas.microsoft.com/office/drawing/2014/main" id="{A3CE7410-D1B0-E7D2-1D1E-5B1CD69FED24}"/>
              </a:ext>
            </a:extLst>
          </p:cNvPr>
          <p:cNvPicPr>
            <a:picLocks noChangeAspect="1"/>
          </p:cNvPicPr>
          <p:nvPr/>
        </p:nvPicPr>
        <p:blipFill>
          <a:blip r:embed="rId3"/>
          <a:stretch>
            <a:fillRect/>
          </a:stretch>
        </p:blipFill>
        <p:spPr>
          <a:xfrm>
            <a:off x="0" y="0"/>
            <a:ext cx="6096000" cy="6858000"/>
          </a:xfrm>
          <a:prstGeom prst="rect">
            <a:avLst/>
          </a:prstGeom>
        </p:spPr>
      </p:pic>
      <p:sp>
        <p:nvSpPr>
          <p:cNvPr id="13" name="Title 1">
            <a:extLst>
              <a:ext uri="{FF2B5EF4-FFF2-40B4-BE49-F238E27FC236}">
                <a16:creationId xmlns:a16="http://schemas.microsoft.com/office/drawing/2014/main" id="{E7431B31-ACD9-2491-0203-EA3CF8FAA619}"/>
              </a:ext>
            </a:extLst>
          </p:cNvPr>
          <p:cNvSpPr>
            <a:spLocks noGrp="1"/>
          </p:cNvSpPr>
          <p:nvPr>
            <p:ph type="ctrTitle"/>
          </p:nvPr>
        </p:nvSpPr>
        <p:spPr>
          <a:xfrm>
            <a:off x="226492" y="0"/>
            <a:ext cx="5643015" cy="1142593"/>
          </a:xfrm>
        </p:spPr>
        <p:txBody>
          <a:bodyPr/>
          <a:lstStyle/>
          <a:p>
            <a:r>
              <a:rPr lang="en-NZ" dirty="0"/>
              <a:t>Tairawhiti Rising</a:t>
            </a:r>
          </a:p>
        </p:txBody>
      </p:sp>
      <p:sp>
        <p:nvSpPr>
          <p:cNvPr id="2" name="Slide Number Placeholder 1">
            <a:extLst>
              <a:ext uri="{FF2B5EF4-FFF2-40B4-BE49-F238E27FC236}">
                <a16:creationId xmlns:a16="http://schemas.microsoft.com/office/drawing/2014/main" id="{3F11B8E1-9C64-10F9-F043-45373174A8EC}"/>
              </a:ext>
            </a:extLst>
          </p:cNvPr>
          <p:cNvSpPr>
            <a:spLocks noGrp="1"/>
          </p:cNvSpPr>
          <p:nvPr>
            <p:ph type="sldNum" sz="quarter" idx="12"/>
          </p:nvPr>
        </p:nvSpPr>
        <p:spPr/>
        <p:txBody>
          <a:bodyPr/>
          <a:lstStyle/>
          <a:p>
            <a:fld id="{CC85BB5F-1EAE-4028-A1B9-97806A69F1AE}" type="slidenum">
              <a:rPr lang="en-NZ" smtClean="0"/>
              <a:t>4</a:t>
            </a:fld>
            <a:endParaRPr lang="en-NZ"/>
          </a:p>
        </p:txBody>
      </p:sp>
    </p:spTree>
    <p:extLst>
      <p:ext uri="{BB962C8B-B14F-4D97-AF65-F5344CB8AC3E}">
        <p14:creationId xmlns:p14="http://schemas.microsoft.com/office/powerpoint/2010/main" val="32026598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1971D4-2406-2FF8-EEED-40D6ECE16322}"/>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8EAE3135-62D8-70F4-36BE-6EB0BF1DE9F0}"/>
              </a:ext>
            </a:extLst>
          </p:cNvPr>
          <p:cNvSpPr>
            <a:spLocks noGrp="1"/>
          </p:cNvSpPr>
          <p:nvPr>
            <p:ph type="ftr" sz="quarter" idx="11"/>
          </p:nvPr>
        </p:nvSpPr>
        <p:spPr>
          <a:xfrm>
            <a:off x="7039201" y="6277692"/>
            <a:ext cx="4114800" cy="365125"/>
          </a:xfrm>
        </p:spPr>
        <p:txBody>
          <a:bodyPr/>
          <a:lstStyle/>
          <a:p>
            <a:r>
              <a:rPr lang="en-US" dirty="0"/>
              <a:t>Capstone Project by Lavinia Poutu - April 2026</a:t>
            </a:r>
            <a:endParaRPr lang="en-NZ" dirty="0"/>
          </a:p>
        </p:txBody>
      </p:sp>
      <p:sp>
        <p:nvSpPr>
          <p:cNvPr id="6" name="AutoShape 2" descr="Welcome to Aotearoa">
            <a:extLst>
              <a:ext uri="{FF2B5EF4-FFF2-40B4-BE49-F238E27FC236}">
                <a16:creationId xmlns:a16="http://schemas.microsoft.com/office/drawing/2014/main" id="{424D3BF6-ECC1-B25C-7C3F-12E548E7D63D}"/>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NZ"/>
          </a:p>
        </p:txBody>
      </p:sp>
      <p:sp>
        <p:nvSpPr>
          <p:cNvPr id="11" name="TextBox 10">
            <a:extLst>
              <a:ext uri="{FF2B5EF4-FFF2-40B4-BE49-F238E27FC236}">
                <a16:creationId xmlns:a16="http://schemas.microsoft.com/office/drawing/2014/main" id="{A3F733C9-D514-6B93-300B-7043CDBF8F8F}"/>
              </a:ext>
            </a:extLst>
          </p:cNvPr>
          <p:cNvSpPr txBox="1"/>
          <p:nvPr/>
        </p:nvSpPr>
        <p:spPr>
          <a:xfrm>
            <a:off x="6322493" y="442651"/>
            <a:ext cx="5390535" cy="830997"/>
          </a:xfrm>
          <a:prstGeom prst="rect">
            <a:avLst/>
          </a:prstGeom>
          <a:noFill/>
        </p:spPr>
        <p:txBody>
          <a:bodyPr wrap="square" rtlCol="0">
            <a:spAutoFit/>
          </a:bodyPr>
          <a:lstStyle/>
          <a:p>
            <a:pPr algn="ctr"/>
            <a:r>
              <a:rPr lang="en-NZ" sz="4800" b="1" dirty="0"/>
              <a:t>CURRENT STATE</a:t>
            </a:r>
          </a:p>
        </p:txBody>
      </p:sp>
      <p:sp>
        <p:nvSpPr>
          <p:cNvPr id="2" name="Subtitle 2">
            <a:extLst>
              <a:ext uri="{FF2B5EF4-FFF2-40B4-BE49-F238E27FC236}">
                <a16:creationId xmlns:a16="http://schemas.microsoft.com/office/drawing/2014/main" id="{63839DBA-2AA5-CDEE-9C2B-3C930E9AFD22}"/>
              </a:ext>
            </a:extLst>
          </p:cNvPr>
          <p:cNvSpPr>
            <a:spLocks noGrp="1"/>
          </p:cNvSpPr>
          <p:nvPr>
            <p:ph type="subTitle" idx="1"/>
          </p:nvPr>
        </p:nvSpPr>
        <p:spPr>
          <a:xfrm>
            <a:off x="6397645" y="1240565"/>
            <a:ext cx="5397910" cy="5037128"/>
          </a:xfrm>
        </p:spPr>
        <p:txBody>
          <a:bodyPr>
            <a:noAutofit/>
          </a:bodyPr>
          <a:lstStyle/>
          <a:p>
            <a:pPr marL="342900" indent="-342900">
              <a:buFont typeface="Arial" panose="020B0604020202020204" pitchFamily="34" charset="0"/>
              <a:buChar char="•"/>
            </a:pPr>
            <a:r>
              <a:rPr lang="en-NZ" dirty="0"/>
              <a:t>Services don’t often align with the actual needs of users.</a:t>
            </a:r>
          </a:p>
          <a:p>
            <a:pPr marL="342900" indent="-342900">
              <a:buFont typeface="Arial" panose="020B0604020202020204" pitchFamily="34" charset="0"/>
              <a:buChar char="•"/>
            </a:pPr>
            <a:r>
              <a:rPr lang="en-NZ" dirty="0"/>
              <a:t>Overloaded services.</a:t>
            </a:r>
          </a:p>
          <a:p>
            <a:pPr marL="342900" indent="-342900">
              <a:buFont typeface="Arial" panose="020B0604020202020204" pitchFamily="34" charset="0"/>
              <a:buChar char="•"/>
            </a:pPr>
            <a:r>
              <a:rPr lang="en-NZ" dirty="0"/>
              <a:t>Agency priorities are funding-driven.</a:t>
            </a:r>
          </a:p>
          <a:p>
            <a:endParaRPr lang="en-NZ" b="1" dirty="0"/>
          </a:p>
          <a:p>
            <a:r>
              <a:rPr lang="en-NZ" b="1" dirty="0"/>
              <a:t>DESIRED STATE?</a:t>
            </a:r>
          </a:p>
          <a:p>
            <a:pPr marL="342900" indent="-342900">
              <a:buFont typeface="Arial" panose="020B0604020202020204" pitchFamily="34" charset="0"/>
              <a:buChar char="•"/>
            </a:pPr>
            <a:r>
              <a:rPr lang="en-NZ" dirty="0"/>
              <a:t>Learnings, shared needs and collective support grows the community. </a:t>
            </a:r>
          </a:p>
          <a:p>
            <a:pPr marL="342900" indent="-342900">
              <a:buFont typeface="Arial" panose="020B0604020202020204" pitchFamily="34" charset="0"/>
              <a:buChar char="•"/>
            </a:pPr>
            <a:r>
              <a:rPr lang="en-NZ" dirty="0"/>
              <a:t>User voice and experiences inform service delivery.</a:t>
            </a:r>
          </a:p>
          <a:p>
            <a:br>
              <a:rPr lang="en-NZ" dirty="0"/>
            </a:br>
            <a:r>
              <a:rPr lang="en-NZ" dirty="0"/>
              <a:t> </a:t>
            </a:r>
          </a:p>
          <a:p>
            <a:endParaRPr lang="en-NZ" dirty="0"/>
          </a:p>
        </p:txBody>
      </p:sp>
      <p:pic>
        <p:nvPicPr>
          <p:cNvPr id="9" name="Picture 8">
            <a:extLst>
              <a:ext uri="{FF2B5EF4-FFF2-40B4-BE49-F238E27FC236}">
                <a16:creationId xmlns:a16="http://schemas.microsoft.com/office/drawing/2014/main" id="{9388CCB2-2240-985C-64BB-C4C1267AE7E8}"/>
              </a:ext>
            </a:extLst>
          </p:cNvPr>
          <p:cNvPicPr>
            <a:picLocks noChangeAspect="1"/>
          </p:cNvPicPr>
          <p:nvPr/>
        </p:nvPicPr>
        <p:blipFill>
          <a:blip r:embed="rId3"/>
          <a:stretch>
            <a:fillRect/>
          </a:stretch>
        </p:blipFill>
        <p:spPr>
          <a:xfrm>
            <a:off x="0" y="14288"/>
            <a:ext cx="6095587" cy="6843712"/>
          </a:xfrm>
          <a:prstGeom prst="rect">
            <a:avLst/>
          </a:prstGeom>
        </p:spPr>
      </p:pic>
      <p:sp>
        <p:nvSpPr>
          <p:cNvPr id="13" name="Title 1">
            <a:extLst>
              <a:ext uri="{FF2B5EF4-FFF2-40B4-BE49-F238E27FC236}">
                <a16:creationId xmlns:a16="http://schemas.microsoft.com/office/drawing/2014/main" id="{A85EE9A3-D968-7257-2944-A8EDF466B5F7}"/>
              </a:ext>
            </a:extLst>
          </p:cNvPr>
          <p:cNvSpPr>
            <a:spLocks noGrp="1"/>
          </p:cNvSpPr>
          <p:nvPr>
            <p:ph type="ctrTitle"/>
          </p:nvPr>
        </p:nvSpPr>
        <p:spPr>
          <a:xfrm>
            <a:off x="226285" y="97972"/>
            <a:ext cx="5643015" cy="1142593"/>
          </a:xfrm>
        </p:spPr>
        <p:txBody>
          <a:bodyPr/>
          <a:lstStyle/>
          <a:p>
            <a:r>
              <a:rPr lang="en-NZ" dirty="0"/>
              <a:t>Tairawhiti Rising</a:t>
            </a:r>
          </a:p>
        </p:txBody>
      </p:sp>
      <p:sp>
        <p:nvSpPr>
          <p:cNvPr id="3" name="Slide Number Placeholder 2">
            <a:extLst>
              <a:ext uri="{FF2B5EF4-FFF2-40B4-BE49-F238E27FC236}">
                <a16:creationId xmlns:a16="http://schemas.microsoft.com/office/drawing/2014/main" id="{E585C7C3-E12E-8FE4-D89C-5ACD8CA2748B}"/>
              </a:ext>
            </a:extLst>
          </p:cNvPr>
          <p:cNvSpPr>
            <a:spLocks noGrp="1"/>
          </p:cNvSpPr>
          <p:nvPr>
            <p:ph type="sldNum" sz="quarter" idx="12"/>
          </p:nvPr>
        </p:nvSpPr>
        <p:spPr/>
        <p:txBody>
          <a:bodyPr/>
          <a:lstStyle/>
          <a:p>
            <a:fld id="{CC85BB5F-1EAE-4028-A1B9-97806A69F1AE}" type="slidenum">
              <a:rPr lang="en-NZ" smtClean="0"/>
              <a:t>5</a:t>
            </a:fld>
            <a:endParaRPr lang="en-NZ"/>
          </a:p>
        </p:txBody>
      </p:sp>
    </p:spTree>
    <p:extLst>
      <p:ext uri="{BB962C8B-B14F-4D97-AF65-F5344CB8AC3E}">
        <p14:creationId xmlns:p14="http://schemas.microsoft.com/office/powerpoint/2010/main" val="4222460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24" name="Slide Background">
            <a:extLst>
              <a:ext uri="{FF2B5EF4-FFF2-40B4-BE49-F238E27FC236}">
                <a16:creationId xmlns:a16="http://schemas.microsoft.com/office/drawing/2014/main" id="{B210AC1D-4063-4C6E-9528-FA9C4C0C18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5" name="Rectangle 24">
            <a:extLst>
              <a:ext uri="{FF2B5EF4-FFF2-40B4-BE49-F238E27FC236}">
                <a16:creationId xmlns:a16="http://schemas.microsoft.com/office/drawing/2014/main" id="{02F8C595-E68C-4306-AED8-DC7826A0A5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1416414" cy="6858000"/>
          </a:xfrm>
          <a:prstGeom prst="rect">
            <a:avLst/>
          </a:prstGeom>
          <a:ln>
            <a:noFill/>
          </a:ln>
          <a:effectLst>
            <a:outerShdw blurRad="889000" dist="406400" dir="21540000" sx="90000" sy="90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2B938196-6066-EAEC-8370-1D7F6F33902F}"/>
              </a:ext>
            </a:extLst>
          </p:cNvPr>
          <p:cNvPicPr>
            <a:picLocks noChangeAspect="1"/>
          </p:cNvPicPr>
          <p:nvPr/>
        </p:nvPicPr>
        <p:blipFill>
          <a:blip r:embed="rId3"/>
          <a:stretch>
            <a:fillRect/>
          </a:stretch>
        </p:blipFill>
        <p:spPr>
          <a:xfrm>
            <a:off x="0" y="0"/>
            <a:ext cx="6096000" cy="6858000"/>
          </a:xfrm>
          <a:prstGeom prst="rect">
            <a:avLst/>
          </a:prstGeom>
        </p:spPr>
      </p:pic>
      <p:sp>
        <p:nvSpPr>
          <p:cNvPr id="2" name="TextBox 1">
            <a:extLst>
              <a:ext uri="{FF2B5EF4-FFF2-40B4-BE49-F238E27FC236}">
                <a16:creationId xmlns:a16="http://schemas.microsoft.com/office/drawing/2014/main" id="{1D7E384B-85E0-86D3-ED7D-CA35BF6FC8FF}"/>
              </a:ext>
            </a:extLst>
          </p:cNvPr>
          <p:cNvSpPr txBox="1"/>
          <p:nvPr/>
        </p:nvSpPr>
        <p:spPr>
          <a:xfrm>
            <a:off x="6096000" y="0"/>
            <a:ext cx="6095999" cy="6857998"/>
          </a:xfrm>
          <a:prstGeom prst="rect">
            <a:avLst/>
          </a:prstGeom>
        </p:spPr>
        <p:txBody>
          <a:bodyPr vert="horz" lIns="91440" tIns="45720" rIns="91440" bIns="45720" rtlCol="0" anchor="ctr">
            <a:noAutofit/>
          </a:bodyPr>
          <a:lstStyle/>
          <a:p>
            <a:pPr>
              <a:lnSpc>
                <a:spcPct val="90000"/>
              </a:lnSpc>
              <a:spcAft>
                <a:spcPts val="600"/>
              </a:spcAft>
            </a:pPr>
            <a:r>
              <a:rPr lang="en-US" sz="2400" dirty="0"/>
              <a:t>Social services (government agencies, NGOs, community support programs). </a:t>
            </a:r>
          </a:p>
          <a:p>
            <a:pPr>
              <a:lnSpc>
                <a:spcPct val="90000"/>
              </a:lnSpc>
              <a:spcAft>
                <a:spcPts val="600"/>
              </a:spcAft>
            </a:pPr>
            <a:endParaRPr lang="en-US" sz="2000" dirty="0"/>
          </a:p>
          <a:p>
            <a:pPr indent="-228600">
              <a:lnSpc>
                <a:spcPct val="90000"/>
              </a:lnSpc>
              <a:spcAft>
                <a:spcPts val="600"/>
              </a:spcAft>
              <a:buFont typeface="Arial" panose="020B0604020202020204" pitchFamily="34" charset="0"/>
              <a:buChar char="•"/>
            </a:pPr>
            <a:r>
              <a:rPr lang="en-US" sz="2000" b="1" dirty="0"/>
              <a:t>Value Chain</a:t>
            </a:r>
          </a:p>
          <a:p>
            <a:pPr>
              <a:lnSpc>
                <a:spcPct val="90000"/>
              </a:lnSpc>
              <a:spcAft>
                <a:spcPts val="600"/>
              </a:spcAft>
            </a:pPr>
            <a:r>
              <a:rPr lang="en-US" sz="2400" dirty="0"/>
              <a:t>Funding, Program design &amp; delivery, User engagement, Reporting, Policy review.</a:t>
            </a:r>
          </a:p>
          <a:p>
            <a:pPr indent="-228600">
              <a:lnSpc>
                <a:spcPct val="90000"/>
              </a:lnSpc>
              <a:spcAft>
                <a:spcPts val="600"/>
              </a:spcAft>
              <a:buFont typeface="Arial" panose="020B0604020202020204" pitchFamily="34" charset="0"/>
              <a:buChar char="•"/>
            </a:pPr>
            <a:endParaRPr lang="en-US" sz="2000" dirty="0"/>
          </a:p>
          <a:p>
            <a:pPr indent="-228600">
              <a:lnSpc>
                <a:spcPct val="90000"/>
              </a:lnSpc>
              <a:spcAft>
                <a:spcPts val="600"/>
              </a:spcAft>
              <a:buFont typeface="Arial" panose="020B0604020202020204" pitchFamily="34" charset="0"/>
              <a:buChar char="•"/>
            </a:pPr>
            <a:r>
              <a:rPr lang="en-US" sz="2000" b="1" dirty="0"/>
              <a:t>Key Concepts</a:t>
            </a:r>
          </a:p>
          <a:p>
            <a:pPr>
              <a:lnSpc>
                <a:spcPct val="90000"/>
              </a:lnSpc>
              <a:spcAft>
                <a:spcPts val="600"/>
              </a:spcAft>
            </a:pPr>
            <a:r>
              <a:rPr lang="en-US" sz="2400" dirty="0"/>
              <a:t>User experience, service quality vs. quantity, co-design, commissioning .</a:t>
            </a:r>
          </a:p>
          <a:p>
            <a:pPr indent="-228600">
              <a:lnSpc>
                <a:spcPct val="90000"/>
              </a:lnSpc>
              <a:spcAft>
                <a:spcPts val="600"/>
              </a:spcAft>
              <a:buFont typeface="Arial" panose="020B0604020202020204" pitchFamily="34" charset="0"/>
              <a:buChar char="•"/>
            </a:pPr>
            <a:endParaRPr lang="en-US" sz="2000" dirty="0"/>
          </a:p>
          <a:p>
            <a:pPr indent="-228600">
              <a:lnSpc>
                <a:spcPct val="90000"/>
              </a:lnSpc>
              <a:spcAft>
                <a:spcPts val="600"/>
              </a:spcAft>
              <a:buFont typeface="Arial" panose="020B0604020202020204" pitchFamily="34" charset="0"/>
              <a:buChar char="•"/>
            </a:pPr>
            <a:r>
              <a:rPr lang="en-US" sz="2000" b="1" dirty="0"/>
              <a:t>Relevance to Other Industries</a:t>
            </a:r>
          </a:p>
          <a:p>
            <a:pPr>
              <a:lnSpc>
                <a:spcPct val="90000"/>
              </a:lnSpc>
              <a:spcAft>
                <a:spcPts val="600"/>
              </a:spcAft>
            </a:pPr>
            <a:r>
              <a:rPr lang="en-US" sz="2400" dirty="0"/>
              <a:t>Any sector can benefit from learning from users.</a:t>
            </a:r>
          </a:p>
          <a:p>
            <a:pPr>
              <a:lnSpc>
                <a:spcPct val="90000"/>
              </a:lnSpc>
              <a:spcAft>
                <a:spcPts val="600"/>
              </a:spcAft>
            </a:pPr>
            <a:endParaRPr lang="en-US" sz="1400" dirty="0"/>
          </a:p>
        </p:txBody>
      </p:sp>
      <p:sp>
        <p:nvSpPr>
          <p:cNvPr id="3" name="Footer Placeholder 2">
            <a:extLst>
              <a:ext uri="{FF2B5EF4-FFF2-40B4-BE49-F238E27FC236}">
                <a16:creationId xmlns:a16="http://schemas.microsoft.com/office/drawing/2014/main" id="{EC805F60-2F9B-8547-6DA7-66557BE2E8C8}"/>
              </a:ext>
            </a:extLst>
          </p:cNvPr>
          <p:cNvSpPr>
            <a:spLocks noGrp="1"/>
          </p:cNvSpPr>
          <p:nvPr>
            <p:ph type="ftr" sz="quarter" idx="11"/>
          </p:nvPr>
        </p:nvSpPr>
        <p:spPr>
          <a:xfrm>
            <a:off x="6680577" y="6356350"/>
            <a:ext cx="3345625" cy="365125"/>
          </a:xfrm>
        </p:spPr>
        <p:txBody>
          <a:bodyPr vert="horz" lIns="91440" tIns="45720" rIns="91440" bIns="45720" rtlCol="0" anchor="ctr">
            <a:normAutofit/>
          </a:bodyPr>
          <a:lstStyle/>
          <a:p>
            <a:pPr algn="l">
              <a:spcAft>
                <a:spcPts val="600"/>
              </a:spcAft>
              <a:defRPr/>
            </a:pPr>
            <a:r>
              <a:rPr lang="en-US" kern="1200">
                <a:solidFill>
                  <a:schemeClr val="tx1"/>
                </a:solidFill>
                <a:latin typeface="Calibri" panose="020F0502020204030204"/>
                <a:ea typeface="+mn-ea"/>
                <a:cs typeface="+mn-cs"/>
              </a:rPr>
              <a:t>Capstone Project by Lavinia Poutu - April 2026</a:t>
            </a:r>
          </a:p>
        </p:txBody>
      </p:sp>
      <p:sp>
        <p:nvSpPr>
          <p:cNvPr id="6" name="TextBox 5">
            <a:extLst>
              <a:ext uri="{FF2B5EF4-FFF2-40B4-BE49-F238E27FC236}">
                <a16:creationId xmlns:a16="http://schemas.microsoft.com/office/drawing/2014/main" id="{9EE2BE44-8F06-25DC-CE62-07C93F97A013}"/>
              </a:ext>
            </a:extLst>
          </p:cNvPr>
          <p:cNvSpPr txBox="1"/>
          <p:nvPr/>
        </p:nvSpPr>
        <p:spPr>
          <a:xfrm>
            <a:off x="7194187" y="184664"/>
            <a:ext cx="3419475" cy="738664"/>
          </a:xfrm>
          <a:prstGeom prst="rect">
            <a:avLst/>
          </a:prstGeom>
          <a:noFill/>
        </p:spPr>
        <p:txBody>
          <a:bodyPr wrap="square" rtlCol="0" anchor="ctr">
            <a:spAutoFit/>
          </a:bodyPr>
          <a:lstStyle/>
          <a:p>
            <a:pPr algn="ctr"/>
            <a:r>
              <a:rPr lang="en-US" sz="2400" b="1" dirty="0"/>
              <a:t>Industry / Domain </a:t>
            </a:r>
          </a:p>
          <a:p>
            <a:endParaRPr lang="en-NZ" dirty="0"/>
          </a:p>
        </p:txBody>
      </p:sp>
      <p:sp>
        <p:nvSpPr>
          <p:cNvPr id="8" name="Title 1">
            <a:extLst>
              <a:ext uri="{FF2B5EF4-FFF2-40B4-BE49-F238E27FC236}">
                <a16:creationId xmlns:a16="http://schemas.microsoft.com/office/drawing/2014/main" id="{FE638DD7-259B-8060-8915-07722B67CB54}"/>
              </a:ext>
            </a:extLst>
          </p:cNvPr>
          <p:cNvSpPr txBox="1">
            <a:spLocks/>
          </p:cNvSpPr>
          <p:nvPr/>
        </p:nvSpPr>
        <p:spPr>
          <a:xfrm>
            <a:off x="775586" y="119744"/>
            <a:ext cx="5643015" cy="114259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NZ" dirty="0">
                <a:solidFill>
                  <a:schemeClr val="bg1">
                    <a:lumMod val="95000"/>
                  </a:schemeClr>
                </a:solidFill>
              </a:rPr>
              <a:t>Tairawhiti Rising</a:t>
            </a:r>
          </a:p>
        </p:txBody>
      </p:sp>
      <p:sp>
        <p:nvSpPr>
          <p:cNvPr id="4" name="Slide Number Placeholder 3">
            <a:extLst>
              <a:ext uri="{FF2B5EF4-FFF2-40B4-BE49-F238E27FC236}">
                <a16:creationId xmlns:a16="http://schemas.microsoft.com/office/drawing/2014/main" id="{E577557F-2E97-882D-E577-C2F3E95A85D9}"/>
              </a:ext>
            </a:extLst>
          </p:cNvPr>
          <p:cNvSpPr>
            <a:spLocks noGrp="1"/>
          </p:cNvSpPr>
          <p:nvPr>
            <p:ph type="sldNum" sz="quarter" idx="12"/>
          </p:nvPr>
        </p:nvSpPr>
        <p:spPr/>
        <p:txBody>
          <a:bodyPr/>
          <a:lstStyle/>
          <a:p>
            <a:fld id="{CC85BB5F-1EAE-4028-A1B9-97806A69F1AE}" type="slidenum">
              <a:rPr lang="en-NZ" smtClean="0"/>
              <a:t>6</a:t>
            </a:fld>
            <a:endParaRPr lang="en-NZ"/>
          </a:p>
        </p:txBody>
      </p:sp>
    </p:spTree>
    <p:extLst>
      <p:ext uri="{BB962C8B-B14F-4D97-AF65-F5344CB8AC3E}">
        <p14:creationId xmlns:p14="http://schemas.microsoft.com/office/powerpoint/2010/main" val="38822047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F83217-F6FA-9E7E-6665-0AC3883FA901}"/>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D5C1ECF7-3A2F-5ED0-2C35-5009F8E9EBD8}"/>
              </a:ext>
            </a:extLst>
          </p:cNvPr>
          <p:cNvSpPr>
            <a:spLocks noGrp="1"/>
          </p:cNvSpPr>
          <p:nvPr>
            <p:ph type="ftr" sz="quarter" idx="11"/>
          </p:nvPr>
        </p:nvSpPr>
        <p:spPr>
          <a:xfrm>
            <a:off x="7039201" y="6277692"/>
            <a:ext cx="4114800" cy="365125"/>
          </a:xfrm>
        </p:spPr>
        <p:txBody>
          <a:bodyPr/>
          <a:lstStyle/>
          <a:p>
            <a:r>
              <a:rPr lang="en-US" dirty="0"/>
              <a:t>Capstone Project by Lavinia Poutu - April 2026</a:t>
            </a:r>
            <a:endParaRPr lang="en-NZ" dirty="0"/>
          </a:p>
        </p:txBody>
      </p:sp>
      <p:sp>
        <p:nvSpPr>
          <p:cNvPr id="6" name="AutoShape 2" descr="Welcome to Aotearoa">
            <a:extLst>
              <a:ext uri="{FF2B5EF4-FFF2-40B4-BE49-F238E27FC236}">
                <a16:creationId xmlns:a16="http://schemas.microsoft.com/office/drawing/2014/main" id="{275DBDAF-7575-2017-0075-8527EF80F75F}"/>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NZ"/>
          </a:p>
        </p:txBody>
      </p:sp>
      <p:sp>
        <p:nvSpPr>
          <p:cNvPr id="11" name="TextBox 10">
            <a:extLst>
              <a:ext uri="{FF2B5EF4-FFF2-40B4-BE49-F238E27FC236}">
                <a16:creationId xmlns:a16="http://schemas.microsoft.com/office/drawing/2014/main" id="{405BEAD7-CF0B-6327-B150-0780C4BF16D5}"/>
              </a:ext>
            </a:extLst>
          </p:cNvPr>
          <p:cNvSpPr txBox="1"/>
          <p:nvPr/>
        </p:nvSpPr>
        <p:spPr>
          <a:xfrm>
            <a:off x="6391731" y="215183"/>
            <a:ext cx="5390535" cy="923330"/>
          </a:xfrm>
          <a:prstGeom prst="rect">
            <a:avLst/>
          </a:prstGeom>
          <a:noFill/>
        </p:spPr>
        <p:txBody>
          <a:bodyPr wrap="square" rtlCol="0">
            <a:spAutoFit/>
          </a:bodyPr>
          <a:lstStyle/>
          <a:p>
            <a:pPr algn="ctr"/>
            <a:r>
              <a:rPr lang="en-NZ" sz="5400" b="1" dirty="0"/>
              <a:t>STAKEHOLDERS</a:t>
            </a:r>
          </a:p>
        </p:txBody>
      </p:sp>
      <p:sp>
        <p:nvSpPr>
          <p:cNvPr id="8" name="TextBox 7">
            <a:extLst>
              <a:ext uri="{FF2B5EF4-FFF2-40B4-BE49-F238E27FC236}">
                <a16:creationId xmlns:a16="http://schemas.microsoft.com/office/drawing/2014/main" id="{CB1D6ECC-BD80-7980-CE91-559035B81487}"/>
              </a:ext>
            </a:extLst>
          </p:cNvPr>
          <p:cNvSpPr txBox="1"/>
          <p:nvPr/>
        </p:nvSpPr>
        <p:spPr>
          <a:xfrm>
            <a:off x="6248400" y="1116966"/>
            <a:ext cx="5791199" cy="5401479"/>
          </a:xfrm>
          <a:prstGeom prst="rect">
            <a:avLst/>
          </a:prstGeom>
          <a:noFill/>
        </p:spPr>
        <p:txBody>
          <a:bodyPr wrap="square" rtlCol="0">
            <a:spAutoFit/>
          </a:bodyPr>
          <a:lstStyle/>
          <a:p>
            <a:r>
              <a:rPr lang="en-US" sz="2000" b="1" dirty="0"/>
              <a:t>Community - </a:t>
            </a:r>
            <a:r>
              <a:rPr lang="en-US" sz="2000" b="1" dirty="0" err="1"/>
              <a:t>Tairāwhiti</a:t>
            </a:r>
            <a:r>
              <a:rPr lang="en-US" sz="2000" b="1" dirty="0"/>
              <a:t> residents</a:t>
            </a:r>
          </a:p>
          <a:p>
            <a:endParaRPr lang="en-US" sz="2000" b="1" dirty="0"/>
          </a:p>
          <a:p>
            <a:r>
              <a:rPr lang="en-US" sz="2000" dirty="0"/>
              <a:t>Autonomy to share their experiences and needs; expect privacy and responsive services; want to see real improvements. </a:t>
            </a:r>
          </a:p>
          <a:p>
            <a:endParaRPr lang="en-US" sz="2000" dirty="0"/>
          </a:p>
          <a:p>
            <a:pPr>
              <a:spcAft>
                <a:spcPts val="600"/>
              </a:spcAft>
            </a:pPr>
            <a:r>
              <a:rPr lang="en-US" sz="2000" b="1" dirty="0"/>
              <a:t>Service Providers - Non-government and community organizations</a:t>
            </a:r>
          </a:p>
          <a:p>
            <a:pPr>
              <a:spcAft>
                <a:spcPts val="600"/>
              </a:spcAft>
            </a:pPr>
            <a:r>
              <a:rPr lang="en-US" sz="2000" dirty="0"/>
              <a:t>Use insights to improve service delivery, support funding applications, and adapt programs to actual user needs. </a:t>
            </a:r>
          </a:p>
          <a:p>
            <a:pPr>
              <a:spcAft>
                <a:spcPts val="600"/>
              </a:spcAft>
            </a:pPr>
            <a:endParaRPr lang="en-US" sz="2000" dirty="0"/>
          </a:p>
          <a:p>
            <a:pPr>
              <a:spcAft>
                <a:spcPts val="600"/>
              </a:spcAft>
            </a:pPr>
            <a:r>
              <a:rPr lang="en-US" sz="2000" b="1" dirty="0"/>
              <a:t>Government Agencies - local and central</a:t>
            </a:r>
          </a:p>
          <a:p>
            <a:pPr>
              <a:spcAft>
                <a:spcPts val="600"/>
              </a:spcAft>
            </a:pPr>
            <a:r>
              <a:rPr lang="en-US" sz="2000" dirty="0"/>
              <a:t>Allocate resources efficiently, identify service gaps and areas for improvement. </a:t>
            </a:r>
          </a:p>
          <a:p>
            <a:endParaRPr lang="en-NZ" sz="2000" dirty="0"/>
          </a:p>
        </p:txBody>
      </p:sp>
      <p:pic>
        <p:nvPicPr>
          <p:cNvPr id="18" name="Picture 17">
            <a:extLst>
              <a:ext uri="{FF2B5EF4-FFF2-40B4-BE49-F238E27FC236}">
                <a16:creationId xmlns:a16="http://schemas.microsoft.com/office/drawing/2014/main" id="{8FE4F03A-61C9-790F-0CFC-ABDC5186A14C}"/>
              </a:ext>
            </a:extLst>
          </p:cNvPr>
          <p:cNvPicPr>
            <a:picLocks noChangeAspect="1"/>
          </p:cNvPicPr>
          <p:nvPr/>
        </p:nvPicPr>
        <p:blipFill>
          <a:blip r:embed="rId3"/>
          <a:stretch>
            <a:fillRect/>
          </a:stretch>
        </p:blipFill>
        <p:spPr>
          <a:xfrm>
            <a:off x="0" y="0"/>
            <a:ext cx="6096000" cy="6858000"/>
          </a:xfrm>
          <a:prstGeom prst="rect">
            <a:avLst/>
          </a:prstGeom>
        </p:spPr>
      </p:pic>
      <p:sp>
        <p:nvSpPr>
          <p:cNvPr id="13" name="Title 1">
            <a:extLst>
              <a:ext uri="{FF2B5EF4-FFF2-40B4-BE49-F238E27FC236}">
                <a16:creationId xmlns:a16="http://schemas.microsoft.com/office/drawing/2014/main" id="{0E8A4245-E99C-05EF-D19D-51F3A5DF280A}"/>
              </a:ext>
            </a:extLst>
          </p:cNvPr>
          <p:cNvSpPr txBox="1">
            <a:spLocks/>
          </p:cNvSpPr>
          <p:nvPr/>
        </p:nvSpPr>
        <p:spPr>
          <a:xfrm>
            <a:off x="226285" y="70186"/>
            <a:ext cx="5643015" cy="1142593"/>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NZ" dirty="0"/>
              <a:t>Tairawhiti Rising</a:t>
            </a:r>
          </a:p>
        </p:txBody>
      </p:sp>
      <p:sp>
        <p:nvSpPr>
          <p:cNvPr id="2" name="Slide Number Placeholder 1">
            <a:extLst>
              <a:ext uri="{FF2B5EF4-FFF2-40B4-BE49-F238E27FC236}">
                <a16:creationId xmlns:a16="http://schemas.microsoft.com/office/drawing/2014/main" id="{03E80670-FAE1-2A6C-5130-9FFECB48D227}"/>
              </a:ext>
            </a:extLst>
          </p:cNvPr>
          <p:cNvSpPr>
            <a:spLocks noGrp="1"/>
          </p:cNvSpPr>
          <p:nvPr>
            <p:ph type="sldNum" sz="quarter" idx="12"/>
          </p:nvPr>
        </p:nvSpPr>
        <p:spPr/>
        <p:txBody>
          <a:bodyPr/>
          <a:lstStyle/>
          <a:p>
            <a:fld id="{CC85BB5F-1EAE-4028-A1B9-97806A69F1AE}" type="slidenum">
              <a:rPr lang="en-NZ" smtClean="0"/>
              <a:t>7</a:t>
            </a:fld>
            <a:endParaRPr lang="en-NZ"/>
          </a:p>
        </p:txBody>
      </p:sp>
    </p:spTree>
    <p:extLst>
      <p:ext uri="{BB962C8B-B14F-4D97-AF65-F5344CB8AC3E}">
        <p14:creationId xmlns:p14="http://schemas.microsoft.com/office/powerpoint/2010/main" val="26936230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EEFD94-A79E-46D5-E39E-FA478CEF58C1}"/>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C77E18E3-3BF6-99FC-8F14-53C72A9866FF}"/>
              </a:ext>
            </a:extLst>
          </p:cNvPr>
          <p:cNvSpPr>
            <a:spLocks noGrp="1"/>
          </p:cNvSpPr>
          <p:nvPr>
            <p:ph type="ftr" sz="quarter" idx="11"/>
          </p:nvPr>
        </p:nvSpPr>
        <p:spPr>
          <a:xfrm>
            <a:off x="7039201" y="6277692"/>
            <a:ext cx="4114800" cy="365125"/>
          </a:xfrm>
        </p:spPr>
        <p:txBody>
          <a:bodyPr/>
          <a:lstStyle/>
          <a:p>
            <a:r>
              <a:rPr lang="en-US" dirty="0"/>
              <a:t>Capstone Project by Lavinia Poutu - April 2026</a:t>
            </a:r>
            <a:endParaRPr lang="en-NZ" dirty="0"/>
          </a:p>
        </p:txBody>
      </p:sp>
      <p:sp>
        <p:nvSpPr>
          <p:cNvPr id="6" name="AutoShape 2" descr="Welcome to Aotearoa">
            <a:extLst>
              <a:ext uri="{FF2B5EF4-FFF2-40B4-BE49-F238E27FC236}">
                <a16:creationId xmlns:a16="http://schemas.microsoft.com/office/drawing/2014/main" id="{00CA7F91-F5C7-8AE9-60C8-B6C86F08EB69}"/>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NZ"/>
          </a:p>
        </p:txBody>
      </p:sp>
      <p:sp>
        <p:nvSpPr>
          <p:cNvPr id="11" name="TextBox 10">
            <a:extLst>
              <a:ext uri="{FF2B5EF4-FFF2-40B4-BE49-F238E27FC236}">
                <a16:creationId xmlns:a16="http://schemas.microsoft.com/office/drawing/2014/main" id="{B8C380A0-3D11-0E93-CE97-38D0D452A6DD}"/>
              </a:ext>
            </a:extLst>
          </p:cNvPr>
          <p:cNvSpPr txBox="1"/>
          <p:nvPr/>
        </p:nvSpPr>
        <p:spPr>
          <a:xfrm>
            <a:off x="6401333" y="215183"/>
            <a:ext cx="5390535" cy="1569660"/>
          </a:xfrm>
          <a:prstGeom prst="rect">
            <a:avLst/>
          </a:prstGeom>
          <a:noFill/>
        </p:spPr>
        <p:txBody>
          <a:bodyPr wrap="square" rtlCol="0">
            <a:spAutoFit/>
          </a:bodyPr>
          <a:lstStyle/>
          <a:p>
            <a:pPr algn="ctr"/>
            <a:r>
              <a:rPr lang="en-NZ" sz="4800" b="1" dirty="0"/>
              <a:t>PRODUCT DESCRIPTION</a:t>
            </a:r>
          </a:p>
        </p:txBody>
      </p:sp>
      <p:sp>
        <p:nvSpPr>
          <p:cNvPr id="8" name="TextBox 7">
            <a:extLst>
              <a:ext uri="{FF2B5EF4-FFF2-40B4-BE49-F238E27FC236}">
                <a16:creationId xmlns:a16="http://schemas.microsoft.com/office/drawing/2014/main" id="{A14A23CE-FAD2-B145-B65B-FBDFEEA89090}"/>
              </a:ext>
            </a:extLst>
          </p:cNvPr>
          <p:cNvSpPr txBox="1"/>
          <p:nvPr/>
        </p:nvSpPr>
        <p:spPr>
          <a:xfrm>
            <a:off x="6781268" y="2074028"/>
            <a:ext cx="4912629" cy="3712623"/>
          </a:xfrm>
          <a:prstGeom prst="rect">
            <a:avLst/>
          </a:prstGeom>
        </p:spPr>
        <p:txBody>
          <a:bodyPr vert="horz" lIns="91440" tIns="45720" rIns="91440" bIns="45720" rtlCol="0" anchor="t">
            <a:noAutofit/>
          </a:bodyPr>
          <a:lstStyle/>
          <a:p>
            <a:pPr indent="-228600">
              <a:lnSpc>
                <a:spcPct val="90000"/>
              </a:lnSpc>
              <a:spcAft>
                <a:spcPts val="600"/>
              </a:spcAft>
              <a:buFont typeface="Arial" panose="020B0604020202020204" pitchFamily="34" charset="0"/>
              <a:buChar char="•"/>
            </a:pPr>
            <a:r>
              <a:rPr lang="en-US" sz="2800" dirty="0">
                <a:solidFill>
                  <a:schemeClr val="tx1">
                    <a:alpha val="80000"/>
                  </a:schemeClr>
                </a:solidFill>
              </a:rPr>
              <a:t>Architecture Diagram</a:t>
            </a:r>
          </a:p>
          <a:p>
            <a:pPr indent="-228600">
              <a:lnSpc>
                <a:spcPct val="90000"/>
              </a:lnSpc>
              <a:spcAft>
                <a:spcPts val="600"/>
              </a:spcAft>
              <a:buFont typeface="Arial" panose="020B0604020202020204" pitchFamily="34" charset="0"/>
              <a:buChar char="•"/>
            </a:pPr>
            <a:r>
              <a:rPr lang="en-US" sz="2800" dirty="0">
                <a:solidFill>
                  <a:schemeClr val="tx1">
                    <a:alpha val="80000"/>
                  </a:schemeClr>
                </a:solidFill>
              </a:rPr>
              <a:t>User Stories</a:t>
            </a:r>
          </a:p>
          <a:p>
            <a:pPr indent="-228600">
              <a:lnSpc>
                <a:spcPct val="90000"/>
              </a:lnSpc>
              <a:spcAft>
                <a:spcPts val="600"/>
              </a:spcAft>
              <a:buFont typeface="Arial" panose="020B0604020202020204" pitchFamily="34" charset="0"/>
              <a:buChar char="•"/>
            </a:pPr>
            <a:r>
              <a:rPr lang="en-US" sz="2800" dirty="0">
                <a:solidFill>
                  <a:schemeClr val="tx1">
                    <a:alpha val="80000"/>
                  </a:schemeClr>
                </a:solidFill>
              </a:rPr>
              <a:t>User Flow</a:t>
            </a:r>
          </a:p>
          <a:p>
            <a:pPr indent="-228600">
              <a:lnSpc>
                <a:spcPct val="90000"/>
              </a:lnSpc>
              <a:spcAft>
                <a:spcPts val="600"/>
              </a:spcAft>
              <a:buFont typeface="Arial" panose="020B0604020202020204" pitchFamily="34" charset="0"/>
              <a:buChar char="•"/>
            </a:pPr>
            <a:r>
              <a:rPr lang="en-US" sz="2800" dirty="0">
                <a:solidFill>
                  <a:schemeClr val="tx1">
                    <a:alpha val="80000"/>
                  </a:schemeClr>
                </a:solidFill>
              </a:rPr>
              <a:t>Database Model</a:t>
            </a:r>
          </a:p>
          <a:p>
            <a:pPr indent="-228600">
              <a:lnSpc>
                <a:spcPct val="90000"/>
              </a:lnSpc>
              <a:spcAft>
                <a:spcPts val="600"/>
              </a:spcAft>
              <a:buFont typeface="Arial" panose="020B0604020202020204" pitchFamily="34" charset="0"/>
              <a:buChar char="•"/>
            </a:pPr>
            <a:r>
              <a:rPr lang="en-US" sz="2800" dirty="0">
                <a:solidFill>
                  <a:schemeClr val="tx1">
                    <a:alpha val="80000"/>
                  </a:schemeClr>
                </a:solidFill>
              </a:rPr>
              <a:t>UI Design Concept</a:t>
            </a:r>
          </a:p>
          <a:p>
            <a:pPr indent="-228600">
              <a:lnSpc>
                <a:spcPct val="90000"/>
              </a:lnSpc>
              <a:spcAft>
                <a:spcPts val="600"/>
              </a:spcAft>
              <a:buFont typeface="Arial" panose="020B0604020202020204" pitchFamily="34" charset="0"/>
              <a:buChar char="•"/>
            </a:pPr>
            <a:r>
              <a:rPr lang="en-US" sz="2800" dirty="0">
                <a:solidFill>
                  <a:schemeClr val="tx1">
                    <a:alpha val="80000"/>
                  </a:schemeClr>
                </a:solidFill>
              </a:rPr>
              <a:t>Design</a:t>
            </a:r>
          </a:p>
          <a:p>
            <a:pPr indent="-228600">
              <a:lnSpc>
                <a:spcPct val="90000"/>
              </a:lnSpc>
              <a:spcAft>
                <a:spcPts val="600"/>
              </a:spcAft>
              <a:buFont typeface="Arial" panose="020B0604020202020204" pitchFamily="34" charset="0"/>
              <a:buChar char="•"/>
            </a:pPr>
            <a:r>
              <a:rPr lang="en-US" sz="2800" dirty="0">
                <a:solidFill>
                  <a:schemeClr val="tx1">
                    <a:alpha val="80000"/>
                  </a:schemeClr>
                </a:solidFill>
              </a:rPr>
              <a:t>Out of Scope</a:t>
            </a:r>
          </a:p>
          <a:p>
            <a:pPr indent="-228600">
              <a:lnSpc>
                <a:spcPct val="90000"/>
              </a:lnSpc>
              <a:spcAft>
                <a:spcPts val="600"/>
              </a:spcAft>
              <a:buFont typeface="Arial" panose="020B0604020202020204" pitchFamily="34" charset="0"/>
              <a:buChar char="•"/>
            </a:pPr>
            <a:r>
              <a:rPr lang="en-US" sz="2800" dirty="0">
                <a:solidFill>
                  <a:schemeClr val="tx1">
                    <a:alpha val="80000"/>
                  </a:schemeClr>
                </a:solidFill>
              </a:rPr>
              <a:t>Non-Functional Requirements</a:t>
            </a:r>
          </a:p>
          <a:p>
            <a:pPr>
              <a:lnSpc>
                <a:spcPct val="90000"/>
              </a:lnSpc>
              <a:spcAft>
                <a:spcPts val="600"/>
              </a:spcAft>
            </a:pPr>
            <a:endParaRPr lang="en-US" sz="2800" dirty="0">
              <a:solidFill>
                <a:schemeClr val="tx1">
                  <a:alpha val="80000"/>
                </a:schemeClr>
              </a:solidFill>
            </a:endParaRPr>
          </a:p>
          <a:p>
            <a:pPr indent="-228600">
              <a:lnSpc>
                <a:spcPct val="90000"/>
              </a:lnSpc>
              <a:spcAft>
                <a:spcPts val="600"/>
              </a:spcAft>
              <a:buFont typeface="Arial" panose="020B0604020202020204" pitchFamily="34" charset="0"/>
              <a:buChar char="•"/>
            </a:pPr>
            <a:endParaRPr lang="en-US" sz="2800" dirty="0">
              <a:solidFill>
                <a:schemeClr val="tx1">
                  <a:alpha val="80000"/>
                </a:schemeClr>
              </a:solidFill>
            </a:endParaRPr>
          </a:p>
          <a:p>
            <a:pPr indent="-228600">
              <a:lnSpc>
                <a:spcPct val="90000"/>
              </a:lnSpc>
              <a:spcAft>
                <a:spcPts val="600"/>
              </a:spcAft>
              <a:buFont typeface="Arial" panose="020B0604020202020204" pitchFamily="34" charset="0"/>
              <a:buChar char="•"/>
            </a:pPr>
            <a:endParaRPr lang="en-US" sz="2800" dirty="0">
              <a:solidFill>
                <a:schemeClr val="tx1">
                  <a:alpha val="80000"/>
                </a:schemeClr>
              </a:solidFill>
            </a:endParaRPr>
          </a:p>
        </p:txBody>
      </p:sp>
      <p:pic>
        <p:nvPicPr>
          <p:cNvPr id="13" name="Picture 12">
            <a:extLst>
              <a:ext uri="{FF2B5EF4-FFF2-40B4-BE49-F238E27FC236}">
                <a16:creationId xmlns:a16="http://schemas.microsoft.com/office/drawing/2014/main" id="{8032A4E5-048B-4D63-7248-49788045C289}"/>
              </a:ext>
            </a:extLst>
          </p:cNvPr>
          <p:cNvPicPr>
            <a:picLocks noChangeAspect="1"/>
          </p:cNvPicPr>
          <p:nvPr/>
        </p:nvPicPr>
        <p:blipFill>
          <a:blip r:embed="rId3"/>
          <a:stretch>
            <a:fillRect/>
          </a:stretch>
        </p:blipFill>
        <p:spPr>
          <a:xfrm>
            <a:off x="14378" y="0"/>
            <a:ext cx="5981372" cy="6858000"/>
          </a:xfrm>
          <a:prstGeom prst="rect">
            <a:avLst/>
          </a:prstGeom>
        </p:spPr>
      </p:pic>
      <p:sp>
        <p:nvSpPr>
          <p:cNvPr id="18" name="Title 1">
            <a:extLst>
              <a:ext uri="{FF2B5EF4-FFF2-40B4-BE49-F238E27FC236}">
                <a16:creationId xmlns:a16="http://schemas.microsoft.com/office/drawing/2014/main" id="{0D7DFAA8-E44F-221E-44A7-1D8F38259747}"/>
              </a:ext>
            </a:extLst>
          </p:cNvPr>
          <p:cNvSpPr txBox="1">
            <a:spLocks/>
          </p:cNvSpPr>
          <p:nvPr/>
        </p:nvSpPr>
        <p:spPr>
          <a:xfrm>
            <a:off x="183556" y="0"/>
            <a:ext cx="5643015" cy="1142593"/>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NZ" dirty="0"/>
              <a:t>Tairawhiti Rising</a:t>
            </a:r>
          </a:p>
        </p:txBody>
      </p:sp>
      <p:sp>
        <p:nvSpPr>
          <p:cNvPr id="2" name="Slide Number Placeholder 1">
            <a:extLst>
              <a:ext uri="{FF2B5EF4-FFF2-40B4-BE49-F238E27FC236}">
                <a16:creationId xmlns:a16="http://schemas.microsoft.com/office/drawing/2014/main" id="{BD704B92-BDEB-E186-3262-F71E5710BB11}"/>
              </a:ext>
            </a:extLst>
          </p:cNvPr>
          <p:cNvSpPr>
            <a:spLocks noGrp="1"/>
          </p:cNvSpPr>
          <p:nvPr>
            <p:ph type="sldNum" sz="quarter" idx="12"/>
          </p:nvPr>
        </p:nvSpPr>
        <p:spPr/>
        <p:txBody>
          <a:bodyPr/>
          <a:lstStyle/>
          <a:p>
            <a:fld id="{CC85BB5F-1EAE-4028-A1B9-97806A69F1AE}" type="slidenum">
              <a:rPr lang="en-NZ" smtClean="0"/>
              <a:t>8</a:t>
            </a:fld>
            <a:endParaRPr lang="en-NZ"/>
          </a:p>
        </p:txBody>
      </p:sp>
    </p:spTree>
    <p:extLst>
      <p:ext uri="{BB962C8B-B14F-4D97-AF65-F5344CB8AC3E}">
        <p14:creationId xmlns:p14="http://schemas.microsoft.com/office/powerpoint/2010/main" val="5196228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AD98AD-39D5-42BA-BDBD-37726EC27E3B}"/>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F21BFBE9-6D05-D2C9-C22B-D5D9F558149A}"/>
              </a:ext>
            </a:extLst>
          </p:cNvPr>
          <p:cNvSpPr>
            <a:spLocks noGrp="1"/>
          </p:cNvSpPr>
          <p:nvPr>
            <p:ph type="ftr" sz="quarter" idx="11"/>
          </p:nvPr>
        </p:nvSpPr>
        <p:spPr>
          <a:xfrm>
            <a:off x="7039201" y="6277692"/>
            <a:ext cx="4114800" cy="365125"/>
          </a:xfrm>
        </p:spPr>
        <p:txBody>
          <a:bodyPr/>
          <a:lstStyle/>
          <a:p>
            <a:r>
              <a:rPr lang="en-US" dirty="0"/>
              <a:t>Capstone Project by Lavinia Poutu - April 2026</a:t>
            </a:r>
            <a:endParaRPr lang="en-NZ" dirty="0"/>
          </a:p>
        </p:txBody>
      </p:sp>
      <p:sp>
        <p:nvSpPr>
          <p:cNvPr id="6" name="AutoShape 2" descr="Welcome to Aotearoa">
            <a:extLst>
              <a:ext uri="{FF2B5EF4-FFF2-40B4-BE49-F238E27FC236}">
                <a16:creationId xmlns:a16="http://schemas.microsoft.com/office/drawing/2014/main" id="{5DDC861A-35AA-047C-4B45-87C624B01B89}"/>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NZ"/>
          </a:p>
        </p:txBody>
      </p:sp>
      <p:sp>
        <p:nvSpPr>
          <p:cNvPr id="11" name="TextBox 10">
            <a:extLst>
              <a:ext uri="{FF2B5EF4-FFF2-40B4-BE49-F238E27FC236}">
                <a16:creationId xmlns:a16="http://schemas.microsoft.com/office/drawing/2014/main" id="{050E78F1-7908-3778-96CA-2B7A2998CBEF}"/>
              </a:ext>
            </a:extLst>
          </p:cNvPr>
          <p:cNvSpPr txBox="1"/>
          <p:nvPr/>
        </p:nvSpPr>
        <p:spPr>
          <a:xfrm>
            <a:off x="6401333" y="215183"/>
            <a:ext cx="5390535" cy="646331"/>
          </a:xfrm>
          <a:prstGeom prst="rect">
            <a:avLst/>
          </a:prstGeom>
          <a:noFill/>
        </p:spPr>
        <p:txBody>
          <a:bodyPr wrap="square" rtlCol="0">
            <a:spAutoFit/>
          </a:bodyPr>
          <a:lstStyle/>
          <a:p>
            <a:pPr algn="ctr"/>
            <a:r>
              <a:rPr lang="en-NZ" sz="3600" b="1" dirty="0"/>
              <a:t>Architecture Diagram</a:t>
            </a:r>
          </a:p>
        </p:txBody>
      </p:sp>
      <p:pic>
        <p:nvPicPr>
          <p:cNvPr id="13" name="Picture 12">
            <a:extLst>
              <a:ext uri="{FF2B5EF4-FFF2-40B4-BE49-F238E27FC236}">
                <a16:creationId xmlns:a16="http://schemas.microsoft.com/office/drawing/2014/main" id="{93F7AB76-C718-294B-D662-C24DBF3646DC}"/>
              </a:ext>
            </a:extLst>
          </p:cNvPr>
          <p:cNvPicPr>
            <a:picLocks noChangeAspect="1"/>
          </p:cNvPicPr>
          <p:nvPr/>
        </p:nvPicPr>
        <p:blipFill>
          <a:blip r:embed="rId3"/>
          <a:stretch>
            <a:fillRect/>
          </a:stretch>
        </p:blipFill>
        <p:spPr>
          <a:xfrm>
            <a:off x="14378" y="0"/>
            <a:ext cx="5981372" cy="6858000"/>
          </a:xfrm>
          <a:prstGeom prst="rect">
            <a:avLst/>
          </a:prstGeom>
        </p:spPr>
      </p:pic>
      <p:sp>
        <p:nvSpPr>
          <p:cNvPr id="18" name="Title 1">
            <a:extLst>
              <a:ext uri="{FF2B5EF4-FFF2-40B4-BE49-F238E27FC236}">
                <a16:creationId xmlns:a16="http://schemas.microsoft.com/office/drawing/2014/main" id="{01838192-927B-7014-AB32-1FB71CA45251}"/>
              </a:ext>
            </a:extLst>
          </p:cNvPr>
          <p:cNvSpPr txBox="1">
            <a:spLocks/>
          </p:cNvSpPr>
          <p:nvPr/>
        </p:nvSpPr>
        <p:spPr>
          <a:xfrm>
            <a:off x="183556" y="0"/>
            <a:ext cx="5643015" cy="1142593"/>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NZ" dirty="0"/>
              <a:t>Tairawhiti Rising</a:t>
            </a:r>
          </a:p>
        </p:txBody>
      </p:sp>
      <p:sp>
        <p:nvSpPr>
          <p:cNvPr id="2" name="Slide Number Placeholder 1">
            <a:extLst>
              <a:ext uri="{FF2B5EF4-FFF2-40B4-BE49-F238E27FC236}">
                <a16:creationId xmlns:a16="http://schemas.microsoft.com/office/drawing/2014/main" id="{C9F349A3-344E-4090-A828-2FE7D2759999}"/>
              </a:ext>
            </a:extLst>
          </p:cNvPr>
          <p:cNvSpPr>
            <a:spLocks noGrp="1"/>
          </p:cNvSpPr>
          <p:nvPr>
            <p:ph type="sldNum" sz="quarter" idx="12"/>
          </p:nvPr>
        </p:nvSpPr>
        <p:spPr/>
        <p:txBody>
          <a:bodyPr/>
          <a:lstStyle/>
          <a:p>
            <a:fld id="{CC85BB5F-1EAE-4028-A1B9-97806A69F1AE}" type="slidenum">
              <a:rPr lang="en-NZ" smtClean="0"/>
              <a:t>9</a:t>
            </a:fld>
            <a:endParaRPr lang="en-NZ"/>
          </a:p>
        </p:txBody>
      </p:sp>
      <p:pic>
        <p:nvPicPr>
          <p:cNvPr id="5" name="Picture 4">
            <a:extLst>
              <a:ext uri="{FF2B5EF4-FFF2-40B4-BE49-F238E27FC236}">
                <a16:creationId xmlns:a16="http://schemas.microsoft.com/office/drawing/2014/main" id="{D776E515-78A0-9D52-0450-70CF6B90ADD9}"/>
              </a:ext>
            </a:extLst>
          </p:cNvPr>
          <p:cNvPicPr>
            <a:picLocks noChangeAspect="1"/>
          </p:cNvPicPr>
          <p:nvPr/>
        </p:nvPicPr>
        <p:blipFill>
          <a:blip r:embed="rId4"/>
          <a:stretch>
            <a:fillRect/>
          </a:stretch>
        </p:blipFill>
        <p:spPr>
          <a:xfrm>
            <a:off x="7125698" y="1499449"/>
            <a:ext cx="3941804" cy="3859102"/>
          </a:xfrm>
          <a:prstGeom prst="rect">
            <a:avLst/>
          </a:prstGeom>
        </p:spPr>
      </p:pic>
    </p:spTree>
    <p:extLst>
      <p:ext uri="{BB962C8B-B14F-4D97-AF65-F5344CB8AC3E}">
        <p14:creationId xmlns:p14="http://schemas.microsoft.com/office/powerpoint/2010/main" val="18501086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6116F2-6F12-1402-4050-E00B7797EADB}"/>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8D1B7E50-1990-F273-AAE5-CCCB13A9B587}"/>
              </a:ext>
            </a:extLst>
          </p:cNvPr>
          <p:cNvSpPr>
            <a:spLocks noGrp="1"/>
          </p:cNvSpPr>
          <p:nvPr>
            <p:ph type="ftr" sz="quarter" idx="11"/>
          </p:nvPr>
        </p:nvSpPr>
        <p:spPr>
          <a:xfrm>
            <a:off x="7039201" y="6277692"/>
            <a:ext cx="4114800" cy="365125"/>
          </a:xfrm>
        </p:spPr>
        <p:txBody>
          <a:bodyPr/>
          <a:lstStyle/>
          <a:p>
            <a:r>
              <a:rPr lang="en-US" dirty="0"/>
              <a:t>Capstone Project by Lavinia Poutu - April 2026</a:t>
            </a:r>
            <a:endParaRPr lang="en-NZ" dirty="0"/>
          </a:p>
        </p:txBody>
      </p:sp>
      <p:sp>
        <p:nvSpPr>
          <p:cNvPr id="6" name="AutoShape 2" descr="Welcome to Aotearoa">
            <a:extLst>
              <a:ext uri="{FF2B5EF4-FFF2-40B4-BE49-F238E27FC236}">
                <a16:creationId xmlns:a16="http://schemas.microsoft.com/office/drawing/2014/main" id="{B03420D6-B8E2-D7CF-1BD2-8C9B4D630E9A}"/>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NZ"/>
          </a:p>
        </p:txBody>
      </p:sp>
      <p:pic>
        <p:nvPicPr>
          <p:cNvPr id="13" name="Picture 12">
            <a:extLst>
              <a:ext uri="{FF2B5EF4-FFF2-40B4-BE49-F238E27FC236}">
                <a16:creationId xmlns:a16="http://schemas.microsoft.com/office/drawing/2014/main" id="{34B8A306-62D0-6918-A1B2-69F18BCCB9A4}"/>
              </a:ext>
            </a:extLst>
          </p:cNvPr>
          <p:cNvPicPr>
            <a:picLocks noChangeAspect="1"/>
          </p:cNvPicPr>
          <p:nvPr/>
        </p:nvPicPr>
        <p:blipFill>
          <a:blip r:embed="rId3"/>
          <a:stretch>
            <a:fillRect/>
          </a:stretch>
        </p:blipFill>
        <p:spPr>
          <a:xfrm>
            <a:off x="-40589" y="0"/>
            <a:ext cx="4025359" cy="6858000"/>
          </a:xfrm>
          <a:prstGeom prst="rect">
            <a:avLst/>
          </a:prstGeom>
        </p:spPr>
      </p:pic>
      <p:sp>
        <p:nvSpPr>
          <p:cNvPr id="18" name="Title 1">
            <a:extLst>
              <a:ext uri="{FF2B5EF4-FFF2-40B4-BE49-F238E27FC236}">
                <a16:creationId xmlns:a16="http://schemas.microsoft.com/office/drawing/2014/main" id="{FB2DFF9A-05A7-7DB8-04AC-122F787D854B}"/>
              </a:ext>
            </a:extLst>
          </p:cNvPr>
          <p:cNvSpPr txBox="1">
            <a:spLocks/>
          </p:cNvSpPr>
          <p:nvPr/>
        </p:nvSpPr>
        <p:spPr>
          <a:xfrm>
            <a:off x="-95556" y="0"/>
            <a:ext cx="4135294" cy="1142593"/>
          </a:xfrm>
          <a:prstGeom prst="rect">
            <a:avLst/>
          </a:prstGeom>
        </p:spPr>
        <p:txBody>
          <a:bodyPr vert="horz" lIns="91440" tIns="45720" rIns="91440" bIns="45720" rtlCol="0" anchor="b">
            <a:normAutofit fontScale="775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NZ" dirty="0"/>
              <a:t>Tairawhiti Rising</a:t>
            </a:r>
          </a:p>
        </p:txBody>
      </p:sp>
      <p:sp>
        <p:nvSpPr>
          <p:cNvPr id="2" name="Slide Number Placeholder 1">
            <a:extLst>
              <a:ext uri="{FF2B5EF4-FFF2-40B4-BE49-F238E27FC236}">
                <a16:creationId xmlns:a16="http://schemas.microsoft.com/office/drawing/2014/main" id="{90D02BA2-E737-3C4B-DFDC-2E0D5277D7CD}"/>
              </a:ext>
            </a:extLst>
          </p:cNvPr>
          <p:cNvSpPr>
            <a:spLocks noGrp="1"/>
          </p:cNvSpPr>
          <p:nvPr>
            <p:ph type="sldNum" sz="quarter" idx="12"/>
          </p:nvPr>
        </p:nvSpPr>
        <p:spPr/>
        <p:txBody>
          <a:bodyPr/>
          <a:lstStyle/>
          <a:p>
            <a:fld id="{CC85BB5F-1EAE-4028-A1B9-97806A69F1AE}" type="slidenum">
              <a:rPr lang="en-NZ" smtClean="0"/>
              <a:t>10</a:t>
            </a:fld>
            <a:endParaRPr lang="en-NZ"/>
          </a:p>
        </p:txBody>
      </p:sp>
      <p:sp>
        <p:nvSpPr>
          <p:cNvPr id="11" name="TextBox 10">
            <a:extLst>
              <a:ext uri="{FF2B5EF4-FFF2-40B4-BE49-F238E27FC236}">
                <a16:creationId xmlns:a16="http://schemas.microsoft.com/office/drawing/2014/main" id="{15311230-33D2-5D9C-A886-ED526935D239}"/>
              </a:ext>
            </a:extLst>
          </p:cNvPr>
          <p:cNvSpPr txBox="1"/>
          <p:nvPr/>
        </p:nvSpPr>
        <p:spPr>
          <a:xfrm>
            <a:off x="-444472" y="819427"/>
            <a:ext cx="5390535" cy="646331"/>
          </a:xfrm>
          <a:prstGeom prst="rect">
            <a:avLst/>
          </a:prstGeom>
          <a:noFill/>
        </p:spPr>
        <p:txBody>
          <a:bodyPr wrap="square" rtlCol="0">
            <a:spAutoFit/>
          </a:bodyPr>
          <a:lstStyle/>
          <a:p>
            <a:pPr algn="ctr"/>
            <a:r>
              <a:rPr lang="en-NZ" sz="3600" b="1" dirty="0"/>
              <a:t>User Stories</a:t>
            </a:r>
          </a:p>
        </p:txBody>
      </p:sp>
      <p:graphicFrame>
        <p:nvGraphicFramePr>
          <p:cNvPr id="8" name="Table 7">
            <a:extLst>
              <a:ext uri="{FF2B5EF4-FFF2-40B4-BE49-F238E27FC236}">
                <a16:creationId xmlns:a16="http://schemas.microsoft.com/office/drawing/2014/main" id="{D3B0BC90-0F8E-DFB5-FE32-5DBA80BB3337}"/>
              </a:ext>
            </a:extLst>
          </p:cNvPr>
          <p:cNvGraphicFramePr>
            <a:graphicFrameLocks noGrp="1"/>
          </p:cNvGraphicFramePr>
          <p:nvPr>
            <p:extLst>
              <p:ext uri="{D42A27DB-BD31-4B8C-83A1-F6EECF244321}">
                <p14:modId xmlns:p14="http://schemas.microsoft.com/office/powerpoint/2010/main" val="1082333082"/>
              </p:ext>
            </p:extLst>
          </p:nvPr>
        </p:nvGraphicFramePr>
        <p:xfrm>
          <a:off x="6771965" y="2091844"/>
          <a:ext cx="4579619" cy="2617635"/>
        </p:xfrm>
        <a:graphic>
          <a:graphicData uri="http://schemas.openxmlformats.org/drawingml/2006/table">
            <a:tbl>
              <a:tblPr bandRow="1">
                <a:tableStyleId>{5C22544A-7EE6-4342-B048-85BDC9FD1C3A}</a:tableStyleId>
              </a:tblPr>
              <a:tblGrid>
                <a:gridCol w="938342">
                  <a:extLst>
                    <a:ext uri="{9D8B030D-6E8A-4147-A177-3AD203B41FA5}">
                      <a16:colId xmlns:a16="http://schemas.microsoft.com/office/drawing/2014/main" val="4054386505"/>
                    </a:ext>
                  </a:extLst>
                </a:gridCol>
                <a:gridCol w="2011723">
                  <a:extLst>
                    <a:ext uri="{9D8B030D-6E8A-4147-A177-3AD203B41FA5}">
                      <a16:colId xmlns:a16="http://schemas.microsoft.com/office/drawing/2014/main" val="1330088543"/>
                    </a:ext>
                  </a:extLst>
                </a:gridCol>
                <a:gridCol w="480913">
                  <a:extLst>
                    <a:ext uri="{9D8B030D-6E8A-4147-A177-3AD203B41FA5}">
                      <a16:colId xmlns:a16="http://schemas.microsoft.com/office/drawing/2014/main" val="858948161"/>
                    </a:ext>
                  </a:extLst>
                </a:gridCol>
                <a:gridCol w="1148641">
                  <a:extLst>
                    <a:ext uri="{9D8B030D-6E8A-4147-A177-3AD203B41FA5}">
                      <a16:colId xmlns:a16="http://schemas.microsoft.com/office/drawing/2014/main" val="1316905093"/>
                    </a:ext>
                  </a:extLst>
                </a:gridCol>
              </a:tblGrid>
              <a:tr h="872545">
                <a:tc>
                  <a:txBody>
                    <a:bodyPr/>
                    <a:lstStyle/>
                    <a:p>
                      <a:pPr>
                        <a:lnSpc>
                          <a:spcPct val="150000"/>
                        </a:lnSpc>
                        <a:spcBef>
                          <a:spcPts val="600"/>
                        </a:spcBef>
                        <a:spcAft>
                          <a:spcPts val="600"/>
                        </a:spcAft>
                        <a:buNone/>
                      </a:pPr>
                      <a:r>
                        <a:rPr lang="en-GB" sz="1100">
                          <a:effectLst/>
                        </a:rPr>
                        <a:t>Editing / Deleting</a:t>
                      </a:r>
                      <a:endParaRPr lang="en-NZ" sz="1100">
                        <a:effectLst/>
                        <a:latin typeface="Arial" panose="020B0604020202020204" pitchFamily="34" charset="0"/>
                        <a:ea typeface="Arial" panose="020B0604020202020204" pitchFamily="34" charset="0"/>
                      </a:endParaRPr>
                    </a:p>
                  </a:txBody>
                  <a:tcPr marL="68580" marR="68580" marT="0" marB="0"/>
                </a:tc>
                <a:tc>
                  <a:txBody>
                    <a:bodyPr/>
                    <a:lstStyle/>
                    <a:p>
                      <a:pPr>
                        <a:lnSpc>
                          <a:spcPct val="150000"/>
                        </a:lnSpc>
                        <a:spcBef>
                          <a:spcPts val="600"/>
                        </a:spcBef>
                        <a:spcAft>
                          <a:spcPts val="600"/>
                        </a:spcAft>
                        <a:buNone/>
                      </a:pPr>
                      <a:r>
                        <a:rPr lang="en-GB" sz="1100" dirty="0">
                          <a:effectLst/>
                        </a:rPr>
                        <a:t>User can edit and/or delete their own posts and comments.</a:t>
                      </a:r>
                      <a:endParaRPr lang="en-NZ" sz="1100" dirty="0">
                        <a:effectLst/>
                        <a:latin typeface="Arial" panose="020B0604020202020204" pitchFamily="34" charset="0"/>
                        <a:ea typeface="Arial" panose="020B0604020202020204" pitchFamily="34" charset="0"/>
                      </a:endParaRPr>
                    </a:p>
                  </a:txBody>
                  <a:tcPr marL="68580" marR="68580" marT="0" marB="0"/>
                </a:tc>
                <a:tc>
                  <a:txBody>
                    <a:bodyPr/>
                    <a:lstStyle/>
                    <a:p>
                      <a:pPr>
                        <a:lnSpc>
                          <a:spcPct val="150000"/>
                        </a:lnSpc>
                        <a:spcBef>
                          <a:spcPts val="600"/>
                        </a:spcBef>
                        <a:spcAft>
                          <a:spcPts val="600"/>
                        </a:spcAft>
                        <a:buNone/>
                      </a:pPr>
                      <a:r>
                        <a:rPr lang="en-GB" sz="1100">
                          <a:effectLst/>
                        </a:rPr>
                        <a:t>HIGH</a:t>
                      </a:r>
                      <a:endParaRPr lang="en-NZ" sz="1100">
                        <a:effectLst/>
                        <a:latin typeface="Arial" panose="020B0604020202020204" pitchFamily="34" charset="0"/>
                        <a:ea typeface="Arial" panose="020B0604020202020204" pitchFamily="34" charset="0"/>
                      </a:endParaRPr>
                    </a:p>
                  </a:txBody>
                  <a:tcPr marL="68580" marR="68580" marT="0" marB="0"/>
                </a:tc>
                <a:tc>
                  <a:txBody>
                    <a:bodyPr/>
                    <a:lstStyle/>
                    <a:p>
                      <a:pPr>
                        <a:lnSpc>
                          <a:spcPct val="150000"/>
                        </a:lnSpc>
                        <a:spcBef>
                          <a:spcPts val="600"/>
                        </a:spcBef>
                        <a:spcAft>
                          <a:spcPts val="600"/>
                        </a:spcAft>
                        <a:buNone/>
                      </a:pPr>
                      <a:r>
                        <a:rPr lang="en-GB" sz="1100">
                          <a:effectLst/>
                        </a:rPr>
                        <a:t>Provides User control over their content.</a:t>
                      </a:r>
                      <a:endParaRPr lang="en-NZ" sz="1100">
                        <a:effectLst/>
                        <a:latin typeface="Arial" panose="020B0604020202020204" pitchFamily="34" charset="0"/>
                        <a:ea typeface="Arial" panose="020B0604020202020204" pitchFamily="34" charset="0"/>
                      </a:endParaRPr>
                    </a:p>
                  </a:txBody>
                  <a:tcPr marL="68580" marR="68580" marT="0" marB="0"/>
                </a:tc>
                <a:extLst>
                  <a:ext uri="{0D108BD9-81ED-4DB2-BD59-A6C34878D82A}">
                    <a16:rowId xmlns:a16="http://schemas.microsoft.com/office/drawing/2014/main" val="3547075928"/>
                  </a:ext>
                </a:extLst>
              </a:tr>
              <a:tr h="872545">
                <a:tc>
                  <a:txBody>
                    <a:bodyPr/>
                    <a:lstStyle/>
                    <a:p>
                      <a:pPr>
                        <a:lnSpc>
                          <a:spcPct val="150000"/>
                        </a:lnSpc>
                        <a:spcBef>
                          <a:spcPts val="600"/>
                        </a:spcBef>
                        <a:spcAft>
                          <a:spcPts val="600"/>
                        </a:spcAft>
                        <a:buNone/>
                      </a:pPr>
                      <a:r>
                        <a:rPr lang="en-GB" sz="1100">
                          <a:effectLst/>
                          <a:highlight>
                            <a:srgbClr val="FFFF00"/>
                          </a:highlight>
                        </a:rPr>
                        <a:t>Logging feedback</a:t>
                      </a:r>
                      <a:endParaRPr lang="en-NZ" sz="1100">
                        <a:effectLst/>
                        <a:latin typeface="Arial" panose="020B0604020202020204" pitchFamily="34" charset="0"/>
                        <a:ea typeface="Arial" panose="020B0604020202020204" pitchFamily="34" charset="0"/>
                      </a:endParaRPr>
                    </a:p>
                  </a:txBody>
                  <a:tcPr marL="68580" marR="68580" marT="0" marB="0"/>
                </a:tc>
                <a:tc>
                  <a:txBody>
                    <a:bodyPr/>
                    <a:lstStyle/>
                    <a:p>
                      <a:pPr>
                        <a:lnSpc>
                          <a:spcPct val="150000"/>
                        </a:lnSpc>
                        <a:spcBef>
                          <a:spcPts val="600"/>
                        </a:spcBef>
                        <a:spcAft>
                          <a:spcPts val="600"/>
                        </a:spcAft>
                        <a:buNone/>
                      </a:pPr>
                      <a:r>
                        <a:rPr lang="en-GB" sz="1100">
                          <a:effectLst/>
                        </a:rPr>
                        <a:t>User can submit faults or suggestions with the feedback button.</a:t>
                      </a:r>
                      <a:endParaRPr lang="en-NZ" sz="1100">
                        <a:effectLst/>
                        <a:latin typeface="Arial" panose="020B0604020202020204" pitchFamily="34" charset="0"/>
                        <a:ea typeface="Arial" panose="020B0604020202020204" pitchFamily="34" charset="0"/>
                      </a:endParaRPr>
                    </a:p>
                  </a:txBody>
                  <a:tcPr marL="68580" marR="68580" marT="0" marB="0"/>
                </a:tc>
                <a:tc>
                  <a:txBody>
                    <a:bodyPr/>
                    <a:lstStyle/>
                    <a:p>
                      <a:pPr>
                        <a:lnSpc>
                          <a:spcPct val="150000"/>
                        </a:lnSpc>
                        <a:spcBef>
                          <a:spcPts val="600"/>
                        </a:spcBef>
                        <a:spcAft>
                          <a:spcPts val="600"/>
                        </a:spcAft>
                        <a:buNone/>
                      </a:pPr>
                      <a:r>
                        <a:rPr lang="en-GB" sz="1100">
                          <a:effectLst/>
                        </a:rPr>
                        <a:t>Low</a:t>
                      </a:r>
                      <a:endParaRPr lang="en-NZ" sz="1100">
                        <a:effectLst/>
                        <a:latin typeface="Arial" panose="020B0604020202020204" pitchFamily="34" charset="0"/>
                        <a:ea typeface="Arial" panose="020B0604020202020204" pitchFamily="34" charset="0"/>
                      </a:endParaRPr>
                    </a:p>
                  </a:txBody>
                  <a:tcPr marL="68580" marR="68580" marT="0" marB="0"/>
                </a:tc>
                <a:tc>
                  <a:txBody>
                    <a:bodyPr/>
                    <a:lstStyle/>
                    <a:p>
                      <a:pPr>
                        <a:lnSpc>
                          <a:spcPct val="150000"/>
                        </a:lnSpc>
                        <a:spcBef>
                          <a:spcPts val="600"/>
                        </a:spcBef>
                        <a:spcAft>
                          <a:spcPts val="600"/>
                        </a:spcAft>
                        <a:buNone/>
                      </a:pPr>
                      <a:r>
                        <a:rPr lang="en-GB" sz="1100">
                          <a:effectLst/>
                        </a:rPr>
                        <a:t>Supports continuous Improvement.</a:t>
                      </a:r>
                      <a:endParaRPr lang="en-NZ" sz="1100">
                        <a:effectLst/>
                        <a:latin typeface="Arial" panose="020B0604020202020204" pitchFamily="34" charset="0"/>
                        <a:ea typeface="Arial" panose="020B0604020202020204" pitchFamily="34" charset="0"/>
                      </a:endParaRPr>
                    </a:p>
                  </a:txBody>
                  <a:tcPr marL="68580" marR="68580" marT="0" marB="0"/>
                </a:tc>
                <a:extLst>
                  <a:ext uri="{0D108BD9-81ED-4DB2-BD59-A6C34878D82A}">
                    <a16:rowId xmlns:a16="http://schemas.microsoft.com/office/drawing/2014/main" val="1731883098"/>
                  </a:ext>
                </a:extLst>
              </a:tr>
              <a:tr h="872545">
                <a:tc>
                  <a:txBody>
                    <a:bodyPr/>
                    <a:lstStyle/>
                    <a:p>
                      <a:pPr>
                        <a:lnSpc>
                          <a:spcPct val="150000"/>
                        </a:lnSpc>
                        <a:spcBef>
                          <a:spcPts val="600"/>
                        </a:spcBef>
                        <a:spcAft>
                          <a:spcPts val="600"/>
                        </a:spcAft>
                        <a:buNone/>
                      </a:pPr>
                      <a:r>
                        <a:rPr lang="en-GB" sz="1100">
                          <a:effectLst/>
                        </a:rPr>
                        <a:t>Logging out</a:t>
                      </a:r>
                      <a:endParaRPr lang="en-NZ" sz="1100">
                        <a:effectLst/>
                        <a:latin typeface="Arial" panose="020B0604020202020204" pitchFamily="34" charset="0"/>
                        <a:ea typeface="Arial" panose="020B0604020202020204" pitchFamily="34" charset="0"/>
                      </a:endParaRPr>
                    </a:p>
                  </a:txBody>
                  <a:tcPr marL="68580" marR="68580" marT="0" marB="0"/>
                </a:tc>
                <a:tc>
                  <a:txBody>
                    <a:bodyPr/>
                    <a:lstStyle/>
                    <a:p>
                      <a:pPr>
                        <a:lnSpc>
                          <a:spcPct val="150000"/>
                        </a:lnSpc>
                        <a:spcBef>
                          <a:spcPts val="600"/>
                        </a:spcBef>
                        <a:spcAft>
                          <a:spcPts val="600"/>
                        </a:spcAft>
                        <a:buNone/>
                      </a:pPr>
                      <a:r>
                        <a:rPr lang="en-GB" sz="1100">
                          <a:effectLst/>
                        </a:rPr>
                        <a:t>User can log out, stopping access to forum and dashboard.</a:t>
                      </a:r>
                      <a:endParaRPr lang="en-NZ" sz="1100">
                        <a:effectLst/>
                        <a:latin typeface="Arial" panose="020B0604020202020204" pitchFamily="34" charset="0"/>
                        <a:ea typeface="Arial" panose="020B0604020202020204" pitchFamily="34" charset="0"/>
                      </a:endParaRPr>
                    </a:p>
                  </a:txBody>
                  <a:tcPr marL="68580" marR="68580" marT="0" marB="0"/>
                </a:tc>
                <a:tc>
                  <a:txBody>
                    <a:bodyPr/>
                    <a:lstStyle/>
                    <a:p>
                      <a:pPr>
                        <a:lnSpc>
                          <a:spcPct val="150000"/>
                        </a:lnSpc>
                        <a:spcBef>
                          <a:spcPts val="600"/>
                        </a:spcBef>
                        <a:spcAft>
                          <a:spcPts val="600"/>
                        </a:spcAft>
                        <a:buNone/>
                      </a:pPr>
                      <a:r>
                        <a:rPr lang="en-GB" sz="1100">
                          <a:effectLst/>
                        </a:rPr>
                        <a:t>HIGH</a:t>
                      </a:r>
                      <a:endParaRPr lang="en-NZ" sz="1100">
                        <a:effectLst/>
                        <a:latin typeface="Arial" panose="020B0604020202020204" pitchFamily="34" charset="0"/>
                        <a:ea typeface="Arial" panose="020B0604020202020204" pitchFamily="34" charset="0"/>
                      </a:endParaRPr>
                    </a:p>
                  </a:txBody>
                  <a:tcPr marL="68580" marR="68580" marT="0" marB="0"/>
                </a:tc>
                <a:tc>
                  <a:txBody>
                    <a:bodyPr/>
                    <a:lstStyle/>
                    <a:p>
                      <a:pPr>
                        <a:lnSpc>
                          <a:spcPct val="150000"/>
                        </a:lnSpc>
                        <a:spcBef>
                          <a:spcPts val="600"/>
                        </a:spcBef>
                        <a:spcAft>
                          <a:spcPts val="600"/>
                        </a:spcAft>
                        <a:buNone/>
                      </a:pPr>
                      <a:r>
                        <a:rPr lang="en-GB" sz="1100" dirty="0">
                          <a:effectLst/>
                        </a:rPr>
                        <a:t>Secures user sessions.</a:t>
                      </a:r>
                      <a:endParaRPr lang="en-NZ" sz="1100" dirty="0">
                        <a:effectLst/>
                        <a:latin typeface="Arial" panose="020B0604020202020204" pitchFamily="34" charset="0"/>
                        <a:ea typeface="Arial" panose="020B0604020202020204" pitchFamily="34" charset="0"/>
                      </a:endParaRPr>
                    </a:p>
                  </a:txBody>
                  <a:tcPr marL="68580" marR="68580" marT="0" marB="0"/>
                </a:tc>
                <a:extLst>
                  <a:ext uri="{0D108BD9-81ED-4DB2-BD59-A6C34878D82A}">
                    <a16:rowId xmlns:a16="http://schemas.microsoft.com/office/drawing/2014/main" val="927107485"/>
                  </a:ext>
                </a:extLst>
              </a:tr>
            </a:tbl>
          </a:graphicData>
        </a:graphic>
      </p:graphicFrame>
      <p:graphicFrame>
        <p:nvGraphicFramePr>
          <p:cNvPr id="10" name="Table 9">
            <a:extLst>
              <a:ext uri="{FF2B5EF4-FFF2-40B4-BE49-F238E27FC236}">
                <a16:creationId xmlns:a16="http://schemas.microsoft.com/office/drawing/2014/main" id="{8BA64147-7767-AECB-1195-315262E0EA02}"/>
              </a:ext>
            </a:extLst>
          </p:cNvPr>
          <p:cNvGraphicFramePr>
            <a:graphicFrameLocks noGrp="1"/>
          </p:cNvGraphicFramePr>
          <p:nvPr>
            <p:extLst>
              <p:ext uri="{D42A27DB-BD31-4B8C-83A1-F6EECF244321}">
                <p14:modId xmlns:p14="http://schemas.microsoft.com/office/powerpoint/2010/main" val="1611144406"/>
              </p:ext>
            </p:extLst>
          </p:nvPr>
        </p:nvGraphicFramePr>
        <p:xfrm>
          <a:off x="1972090" y="1508481"/>
          <a:ext cx="4398912" cy="4530092"/>
        </p:xfrm>
        <a:graphic>
          <a:graphicData uri="http://schemas.openxmlformats.org/drawingml/2006/table">
            <a:tbl>
              <a:tblPr bandRow="1">
                <a:tableStyleId>{5C22544A-7EE6-4342-B048-85BDC9FD1C3A}</a:tableStyleId>
              </a:tblPr>
              <a:tblGrid>
                <a:gridCol w="901316">
                  <a:extLst>
                    <a:ext uri="{9D8B030D-6E8A-4147-A177-3AD203B41FA5}">
                      <a16:colId xmlns:a16="http://schemas.microsoft.com/office/drawing/2014/main" val="2533396586"/>
                    </a:ext>
                  </a:extLst>
                </a:gridCol>
                <a:gridCol w="1932343">
                  <a:extLst>
                    <a:ext uri="{9D8B030D-6E8A-4147-A177-3AD203B41FA5}">
                      <a16:colId xmlns:a16="http://schemas.microsoft.com/office/drawing/2014/main" val="4979811"/>
                    </a:ext>
                  </a:extLst>
                </a:gridCol>
                <a:gridCol w="461937">
                  <a:extLst>
                    <a:ext uri="{9D8B030D-6E8A-4147-A177-3AD203B41FA5}">
                      <a16:colId xmlns:a16="http://schemas.microsoft.com/office/drawing/2014/main" val="4287775614"/>
                    </a:ext>
                  </a:extLst>
                </a:gridCol>
                <a:gridCol w="1103316">
                  <a:extLst>
                    <a:ext uri="{9D8B030D-6E8A-4147-A177-3AD203B41FA5}">
                      <a16:colId xmlns:a16="http://schemas.microsoft.com/office/drawing/2014/main" val="3572758713"/>
                    </a:ext>
                  </a:extLst>
                </a:gridCol>
              </a:tblGrid>
              <a:tr h="458373">
                <a:tc>
                  <a:txBody>
                    <a:bodyPr/>
                    <a:lstStyle/>
                    <a:p>
                      <a:pPr>
                        <a:lnSpc>
                          <a:spcPct val="150000"/>
                        </a:lnSpc>
                        <a:spcBef>
                          <a:spcPts val="600"/>
                        </a:spcBef>
                        <a:spcAft>
                          <a:spcPts val="600"/>
                        </a:spcAft>
                        <a:buNone/>
                      </a:pPr>
                      <a:r>
                        <a:rPr lang="en-GB" sz="1100">
                          <a:effectLst/>
                        </a:rPr>
                        <a:t>User Story Title</a:t>
                      </a:r>
                      <a:endParaRPr lang="en-NZ" sz="1100">
                        <a:effectLst/>
                        <a:latin typeface="Arial" panose="020B0604020202020204" pitchFamily="34" charset="0"/>
                        <a:ea typeface="Arial" panose="020B0604020202020204" pitchFamily="34" charset="0"/>
                      </a:endParaRPr>
                    </a:p>
                  </a:txBody>
                  <a:tcPr marL="65874" marR="65874" marT="0" marB="0"/>
                </a:tc>
                <a:tc>
                  <a:txBody>
                    <a:bodyPr/>
                    <a:lstStyle/>
                    <a:p>
                      <a:pPr>
                        <a:lnSpc>
                          <a:spcPct val="150000"/>
                        </a:lnSpc>
                        <a:spcBef>
                          <a:spcPts val="600"/>
                        </a:spcBef>
                        <a:spcAft>
                          <a:spcPts val="600"/>
                        </a:spcAft>
                        <a:buNone/>
                      </a:pPr>
                      <a:r>
                        <a:rPr lang="en-GB" sz="1100">
                          <a:effectLst/>
                        </a:rPr>
                        <a:t>User Story Description</a:t>
                      </a:r>
                      <a:endParaRPr lang="en-NZ" sz="1100">
                        <a:effectLst/>
                        <a:latin typeface="Arial" panose="020B0604020202020204" pitchFamily="34" charset="0"/>
                        <a:ea typeface="Arial" panose="020B0604020202020204" pitchFamily="34" charset="0"/>
                      </a:endParaRPr>
                    </a:p>
                  </a:txBody>
                  <a:tcPr marL="65874" marR="65874" marT="0" marB="0"/>
                </a:tc>
                <a:tc>
                  <a:txBody>
                    <a:bodyPr/>
                    <a:lstStyle/>
                    <a:p>
                      <a:pPr>
                        <a:lnSpc>
                          <a:spcPct val="150000"/>
                        </a:lnSpc>
                        <a:spcBef>
                          <a:spcPts val="600"/>
                        </a:spcBef>
                        <a:spcAft>
                          <a:spcPts val="600"/>
                        </a:spcAft>
                        <a:buNone/>
                      </a:pPr>
                      <a:r>
                        <a:rPr lang="en-GB" sz="1100">
                          <a:effectLst/>
                        </a:rPr>
                        <a:t>Priority</a:t>
                      </a:r>
                      <a:endParaRPr lang="en-NZ" sz="1100">
                        <a:effectLst/>
                        <a:latin typeface="Arial" panose="020B0604020202020204" pitchFamily="34" charset="0"/>
                        <a:ea typeface="Arial" panose="020B0604020202020204" pitchFamily="34" charset="0"/>
                      </a:endParaRPr>
                    </a:p>
                  </a:txBody>
                  <a:tcPr marL="65874" marR="65874" marT="0" marB="0"/>
                </a:tc>
                <a:tc>
                  <a:txBody>
                    <a:bodyPr/>
                    <a:lstStyle/>
                    <a:p>
                      <a:pPr>
                        <a:lnSpc>
                          <a:spcPct val="150000"/>
                        </a:lnSpc>
                        <a:spcBef>
                          <a:spcPts val="600"/>
                        </a:spcBef>
                        <a:spcAft>
                          <a:spcPts val="600"/>
                        </a:spcAft>
                        <a:buNone/>
                      </a:pPr>
                      <a:r>
                        <a:rPr lang="en-GB" sz="1100">
                          <a:effectLst/>
                        </a:rPr>
                        <a:t>Additional Notes</a:t>
                      </a:r>
                      <a:endParaRPr lang="en-NZ" sz="1100">
                        <a:effectLst/>
                        <a:latin typeface="Arial" panose="020B0604020202020204" pitchFamily="34" charset="0"/>
                        <a:ea typeface="Arial" panose="020B0604020202020204" pitchFamily="34" charset="0"/>
                      </a:endParaRPr>
                    </a:p>
                  </a:txBody>
                  <a:tcPr marL="65874" marR="65874" marT="0" marB="0"/>
                </a:tc>
                <a:extLst>
                  <a:ext uri="{0D108BD9-81ED-4DB2-BD59-A6C34878D82A}">
                    <a16:rowId xmlns:a16="http://schemas.microsoft.com/office/drawing/2014/main" val="4225219584"/>
                  </a:ext>
                </a:extLst>
              </a:tr>
              <a:tr h="1182986">
                <a:tc>
                  <a:txBody>
                    <a:bodyPr/>
                    <a:lstStyle/>
                    <a:p>
                      <a:pPr>
                        <a:lnSpc>
                          <a:spcPct val="150000"/>
                        </a:lnSpc>
                        <a:spcBef>
                          <a:spcPts val="600"/>
                        </a:spcBef>
                        <a:spcAft>
                          <a:spcPts val="600"/>
                        </a:spcAft>
                        <a:buNone/>
                      </a:pPr>
                      <a:r>
                        <a:rPr lang="en-GB" sz="1100">
                          <a:effectLst/>
                        </a:rPr>
                        <a:t>Landing Page</a:t>
                      </a:r>
                      <a:endParaRPr lang="en-NZ" sz="1100">
                        <a:effectLst/>
                        <a:latin typeface="Arial" panose="020B0604020202020204" pitchFamily="34" charset="0"/>
                        <a:ea typeface="Arial" panose="020B0604020202020204" pitchFamily="34" charset="0"/>
                      </a:endParaRPr>
                    </a:p>
                  </a:txBody>
                  <a:tcPr marL="65874" marR="65874" marT="0" marB="0"/>
                </a:tc>
                <a:tc>
                  <a:txBody>
                    <a:bodyPr/>
                    <a:lstStyle/>
                    <a:p>
                      <a:pPr>
                        <a:lnSpc>
                          <a:spcPct val="150000"/>
                        </a:lnSpc>
                        <a:spcBef>
                          <a:spcPts val="600"/>
                        </a:spcBef>
                        <a:spcAft>
                          <a:spcPts val="600"/>
                        </a:spcAft>
                        <a:buNone/>
                      </a:pPr>
                      <a:r>
                        <a:rPr lang="en-GB" sz="1100" dirty="0">
                          <a:effectLst/>
                        </a:rPr>
                        <a:t>User arrives at the landing page, can sign up or login to access the chat forum and dashboard.</a:t>
                      </a:r>
                      <a:endParaRPr lang="en-NZ" sz="1100" dirty="0">
                        <a:effectLst/>
                        <a:latin typeface="Arial" panose="020B0604020202020204" pitchFamily="34" charset="0"/>
                        <a:ea typeface="Arial" panose="020B0604020202020204" pitchFamily="34" charset="0"/>
                      </a:endParaRPr>
                    </a:p>
                  </a:txBody>
                  <a:tcPr marL="65874" marR="65874" marT="0" marB="0"/>
                </a:tc>
                <a:tc>
                  <a:txBody>
                    <a:bodyPr/>
                    <a:lstStyle/>
                    <a:p>
                      <a:pPr>
                        <a:lnSpc>
                          <a:spcPct val="150000"/>
                        </a:lnSpc>
                        <a:spcBef>
                          <a:spcPts val="600"/>
                        </a:spcBef>
                        <a:spcAft>
                          <a:spcPts val="600"/>
                        </a:spcAft>
                        <a:buNone/>
                      </a:pPr>
                      <a:r>
                        <a:rPr lang="en-GB" sz="1100">
                          <a:effectLst/>
                        </a:rPr>
                        <a:t>HIGH</a:t>
                      </a:r>
                      <a:endParaRPr lang="en-NZ" sz="1100">
                        <a:effectLst/>
                        <a:latin typeface="Arial" panose="020B0604020202020204" pitchFamily="34" charset="0"/>
                        <a:ea typeface="Arial" panose="020B0604020202020204" pitchFamily="34" charset="0"/>
                      </a:endParaRPr>
                    </a:p>
                  </a:txBody>
                  <a:tcPr marL="65874" marR="65874" marT="0" marB="0"/>
                </a:tc>
                <a:tc>
                  <a:txBody>
                    <a:bodyPr/>
                    <a:lstStyle/>
                    <a:p>
                      <a:pPr>
                        <a:lnSpc>
                          <a:spcPct val="150000"/>
                        </a:lnSpc>
                        <a:spcBef>
                          <a:spcPts val="600"/>
                        </a:spcBef>
                        <a:spcAft>
                          <a:spcPts val="600"/>
                        </a:spcAft>
                        <a:buNone/>
                      </a:pPr>
                      <a:r>
                        <a:rPr lang="en-GB" sz="1100" dirty="0">
                          <a:effectLst/>
                        </a:rPr>
                        <a:t>Simple navigation, clear purpose and usage instructions.</a:t>
                      </a:r>
                      <a:endParaRPr lang="en-NZ" sz="1100" dirty="0">
                        <a:effectLst/>
                        <a:latin typeface="Arial" panose="020B0604020202020204" pitchFamily="34" charset="0"/>
                        <a:ea typeface="Arial" panose="020B0604020202020204" pitchFamily="34" charset="0"/>
                      </a:endParaRPr>
                    </a:p>
                  </a:txBody>
                  <a:tcPr marL="65874" marR="65874" marT="0" marB="0"/>
                </a:tc>
                <a:extLst>
                  <a:ext uri="{0D108BD9-81ED-4DB2-BD59-A6C34878D82A}">
                    <a16:rowId xmlns:a16="http://schemas.microsoft.com/office/drawing/2014/main" val="2487235389"/>
                  </a:ext>
                </a:extLst>
              </a:tr>
              <a:tr h="2010069">
                <a:tc>
                  <a:txBody>
                    <a:bodyPr/>
                    <a:lstStyle/>
                    <a:p>
                      <a:pPr>
                        <a:lnSpc>
                          <a:spcPct val="150000"/>
                        </a:lnSpc>
                        <a:spcBef>
                          <a:spcPts val="600"/>
                        </a:spcBef>
                        <a:spcAft>
                          <a:spcPts val="600"/>
                        </a:spcAft>
                        <a:buNone/>
                      </a:pPr>
                      <a:r>
                        <a:rPr lang="en-GB" sz="1100">
                          <a:effectLst/>
                        </a:rPr>
                        <a:t>Creating an account</a:t>
                      </a:r>
                      <a:endParaRPr lang="en-NZ" sz="1100">
                        <a:effectLst/>
                        <a:latin typeface="Arial" panose="020B0604020202020204" pitchFamily="34" charset="0"/>
                        <a:ea typeface="Arial" panose="020B0604020202020204" pitchFamily="34" charset="0"/>
                      </a:endParaRPr>
                    </a:p>
                  </a:txBody>
                  <a:tcPr marL="65874" marR="65874" marT="0" marB="0"/>
                </a:tc>
                <a:tc>
                  <a:txBody>
                    <a:bodyPr/>
                    <a:lstStyle/>
                    <a:p>
                      <a:pPr>
                        <a:lnSpc>
                          <a:spcPct val="150000"/>
                        </a:lnSpc>
                        <a:spcBef>
                          <a:spcPts val="600"/>
                        </a:spcBef>
                        <a:spcAft>
                          <a:spcPts val="600"/>
                        </a:spcAft>
                        <a:buNone/>
                      </a:pPr>
                      <a:r>
                        <a:rPr lang="en-GB" sz="1100">
                          <a:effectLst/>
                        </a:rPr>
                        <a:t>User can sign up to register, contribute, and receive support.  Assigned a unique ID – anonymous BUT unique based on e-mail address.</a:t>
                      </a:r>
                      <a:endParaRPr lang="en-NZ" sz="1100">
                        <a:effectLst/>
                        <a:latin typeface="Arial" panose="020B0604020202020204" pitchFamily="34" charset="0"/>
                        <a:ea typeface="Arial" panose="020B0604020202020204" pitchFamily="34" charset="0"/>
                      </a:endParaRPr>
                    </a:p>
                  </a:txBody>
                  <a:tcPr marL="65874" marR="65874" marT="0" marB="0"/>
                </a:tc>
                <a:tc>
                  <a:txBody>
                    <a:bodyPr/>
                    <a:lstStyle/>
                    <a:p>
                      <a:pPr>
                        <a:lnSpc>
                          <a:spcPct val="150000"/>
                        </a:lnSpc>
                        <a:spcBef>
                          <a:spcPts val="600"/>
                        </a:spcBef>
                        <a:spcAft>
                          <a:spcPts val="600"/>
                        </a:spcAft>
                        <a:buNone/>
                      </a:pPr>
                      <a:r>
                        <a:rPr lang="en-GB" sz="1100">
                          <a:effectLst/>
                        </a:rPr>
                        <a:t>HIGH</a:t>
                      </a:r>
                      <a:endParaRPr lang="en-NZ" sz="1100">
                        <a:effectLst/>
                        <a:latin typeface="Arial" panose="020B0604020202020204" pitchFamily="34" charset="0"/>
                        <a:ea typeface="Arial" panose="020B0604020202020204" pitchFamily="34" charset="0"/>
                      </a:endParaRPr>
                    </a:p>
                  </a:txBody>
                  <a:tcPr marL="65874" marR="65874" marT="0" marB="0"/>
                </a:tc>
                <a:tc>
                  <a:txBody>
                    <a:bodyPr/>
                    <a:lstStyle/>
                    <a:p>
                      <a:pPr>
                        <a:lnSpc>
                          <a:spcPct val="150000"/>
                        </a:lnSpc>
                        <a:spcBef>
                          <a:spcPts val="600"/>
                        </a:spcBef>
                        <a:spcAft>
                          <a:spcPts val="600"/>
                        </a:spcAft>
                        <a:buNone/>
                      </a:pPr>
                      <a:r>
                        <a:rPr lang="en-GB" sz="1100" dirty="0">
                          <a:effectLst/>
                        </a:rPr>
                        <a:t>Required:</a:t>
                      </a:r>
                      <a:endParaRPr lang="en-NZ" sz="1100" dirty="0">
                        <a:effectLst/>
                      </a:endParaRPr>
                    </a:p>
                    <a:p>
                      <a:pPr>
                        <a:lnSpc>
                          <a:spcPct val="150000"/>
                        </a:lnSpc>
                        <a:spcBef>
                          <a:spcPts val="600"/>
                        </a:spcBef>
                        <a:spcAft>
                          <a:spcPts val="600"/>
                        </a:spcAft>
                        <a:buNone/>
                      </a:pPr>
                      <a:r>
                        <a:rPr lang="en-GB" sz="1100" dirty="0">
                          <a:effectLst/>
                        </a:rPr>
                        <a:t>Username</a:t>
                      </a:r>
                      <a:endParaRPr lang="en-NZ" sz="1100" dirty="0">
                        <a:effectLst/>
                      </a:endParaRPr>
                    </a:p>
                    <a:p>
                      <a:pPr>
                        <a:lnSpc>
                          <a:spcPct val="150000"/>
                        </a:lnSpc>
                        <a:spcBef>
                          <a:spcPts val="600"/>
                        </a:spcBef>
                        <a:spcAft>
                          <a:spcPts val="600"/>
                        </a:spcAft>
                        <a:buNone/>
                      </a:pPr>
                      <a:r>
                        <a:rPr lang="en-GB" sz="1100" dirty="0">
                          <a:effectLst/>
                        </a:rPr>
                        <a:t>Email address</a:t>
                      </a:r>
                      <a:endParaRPr lang="en-NZ" sz="1100" dirty="0">
                        <a:effectLst/>
                      </a:endParaRPr>
                    </a:p>
                    <a:p>
                      <a:pPr>
                        <a:lnSpc>
                          <a:spcPct val="150000"/>
                        </a:lnSpc>
                        <a:spcBef>
                          <a:spcPts val="600"/>
                        </a:spcBef>
                        <a:spcAft>
                          <a:spcPts val="600"/>
                        </a:spcAft>
                        <a:buNone/>
                      </a:pPr>
                      <a:r>
                        <a:rPr lang="en-GB" sz="1100" dirty="0">
                          <a:effectLst/>
                        </a:rPr>
                        <a:t>Password </a:t>
                      </a:r>
                      <a:r>
                        <a:rPr lang="en-GB" sz="1100" dirty="0">
                          <a:effectLst/>
                          <a:highlight>
                            <a:srgbClr val="FFFF00"/>
                          </a:highlight>
                        </a:rPr>
                        <a:t>(*encryption)</a:t>
                      </a:r>
                      <a:endParaRPr lang="en-NZ" sz="1100" dirty="0">
                        <a:effectLst/>
                      </a:endParaRPr>
                    </a:p>
                    <a:p>
                      <a:pPr>
                        <a:lnSpc>
                          <a:spcPct val="150000"/>
                        </a:lnSpc>
                        <a:spcBef>
                          <a:spcPts val="600"/>
                        </a:spcBef>
                        <a:spcAft>
                          <a:spcPts val="600"/>
                        </a:spcAft>
                        <a:buNone/>
                      </a:pPr>
                      <a:r>
                        <a:rPr lang="en-GB" sz="1100" dirty="0">
                          <a:effectLst/>
                        </a:rPr>
                        <a:t>Date of birth</a:t>
                      </a:r>
                      <a:endParaRPr lang="en-NZ" sz="1100" dirty="0">
                        <a:effectLst/>
                        <a:latin typeface="Arial" panose="020B0604020202020204" pitchFamily="34" charset="0"/>
                        <a:ea typeface="Arial" panose="020B0604020202020204" pitchFamily="34" charset="0"/>
                      </a:endParaRPr>
                    </a:p>
                  </a:txBody>
                  <a:tcPr marL="65874" marR="65874" marT="0" marB="0"/>
                </a:tc>
                <a:extLst>
                  <a:ext uri="{0D108BD9-81ED-4DB2-BD59-A6C34878D82A}">
                    <a16:rowId xmlns:a16="http://schemas.microsoft.com/office/drawing/2014/main" val="3993513261"/>
                  </a:ext>
                </a:extLst>
              </a:tr>
              <a:tr h="699910">
                <a:tc>
                  <a:txBody>
                    <a:bodyPr/>
                    <a:lstStyle/>
                    <a:p>
                      <a:pPr>
                        <a:lnSpc>
                          <a:spcPct val="150000"/>
                        </a:lnSpc>
                        <a:spcBef>
                          <a:spcPts val="600"/>
                        </a:spcBef>
                        <a:spcAft>
                          <a:spcPts val="600"/>
                        </a:spcAft>
                        <a:buNone/>
                      </a:pPr>
                      <a:r>
                        <a:rPr lang="en-GB" sz="1100">
                          <a:effectLst/>
                        </a:rPr>
                        <a:t>Logging in</a:t>
                      </a:r>
                      <a:endParaRPr lang="en-NZ" sz="1100">
                        <a:effectLst/>
                        <a:latin typeface="Arial" panose="020B0604020202020204" pitchFamily="34" charset="0"/>
                        <a:ea typeface="Arial" panose="020B0604020202020204" pitchFamily="34" charset="0"/>
                      </a:endParaRPr>
                    </a:p>
                  </a:txBody>
                  <a:tcPr marL="65874" marR="65874" marT="0" marB="0"/>
                </a:tc>
                <a:tc>
                  <a:txBody>
                    <a:bodyPr/>
                    <a:lstStyle/>
                    <a:p>
                      <a:pPr>
                        <a:lnSpc>
                          <a:spcPct val="150000"/>
                        </a:lnSpc>
                        <a:spcBef>
                          <a:spcPts val="600"/>
                        </a:spcBef>
                        <a:spcAft>
                          <a:spcPts val="600"/>
                        </a:spcAft>
                        <a:buNone/>
                      </a:pPr>
                      <a:r>
                        <a:rPr lang="en-GB" sz="1100">
                          <a:effectLst/>
                        </a:rPr>
                        <a:t>User can sign in using e-mail and password to access chat forum.</a:t>
                      </a:r>
                      <a:endParaRPr lang="en-NZ" sz="1100">
                        <a:effectLst/>
                        <a:latin typeface="Arial" panose="020B0604020202020204" pitchFamily="34" charset="0"/>
                        <a:ea typeface="Arial" panose="020B0604020202020204" pitchFamily="34" charset="0"/>
                      </a:endParaRPr>
                    </a:p>
                  </a:txBody>
                  <a:tcPr marL="65874" marR="65874" marT="0" marB="0"/>
                </a:tc>
                <a:tc>
                  <a:txBody>
                    <a:bodyPr/>
                    <a:lstStyle/>
                    <a:p>
                      <a:pPr>
                        <a:lnSpc>
                          <a:spcPct val="150000"/>
                        </a:lnSpc>
                        <a:spcBef>
                          <a:spcPts val="600"/>
                        </a:spcBef>
                        <a:spcAft>
                          <a:spcPts val="600"/>
                        </a:spcAft>
                        <a:buNone/>
                      </a:pPr>
                      <a:r>
                        <a:rPr lang="en-GB" sz="1100">
                          <a:effectLst/>
                        </a:rPr>
                        <a:t>HIGH</a:t>
                      </a:r>
                      <a:endParaRPr lang="en-NZ" sz="1100">
                        <a:effectLst/>
                        <a:latin typeface="Arial" panose="020B0604020202020204" pitchFamily="34" charset="0"/>
                        <a:ea typeface="Arial" panose="020B0604020202020204" pitchFamily="34" charset="0"/>
                      </a:endParaRPr>
                    </a:p>
                  </a:txBody>
                  <a:tcPr marL="65874" marR="65874" marT="0" marB="0"/>
                </a:tc>
                <a:tc>
                  <a:txBody>
                    <a:bodyPr/>
                    <a:lstStyle/>
                    <a:p>
                      <a:pPr>
                        <a:lnSpc>
                          <a:spcPct val="150000"/>
                        </a:lnSpc>
                        <a:spcBef>
                          <a:spcPts val="600"/>
                        </a:spcBef>
                        <a:spcAft>
                          <a:spcPts val="600"/>
                        </a:spcAft>
                        <a:buNone/>
                      </a:pPr>
                      <a:r>
                        <a:rPr lang="en-GB" sz="1100" dirty="0">
                          <a:effectLst/>
                        </a:rPr>
                        <a:t>Logs user activity by unique id.</a:t>
                      </a:r>
                      <a:endParaRPr lang="en-NZ" sz="1100" dirty="0">
                        <a:effectLst/>
                        <a:latin typeface="Arial" panose="020B0604020202020204" pitchFamily="34" charset="0"/>
                        <a:ea typeface="Arial" panose="020B0604020202020204" pitchFamily="34" charset="0"/>
                      </a:endParaRPr>
                    </a:p>
                  </a:txBody>
                  <a:tcPr marL="65874" marR="65874" marT="0" marB="0"/>
                </a:tc>
                <a:extLst>
                  <a:ext uri="{0D108BD9-81ED-4DB2-BD59-A6C34878D82A}">
                    <a16:rowId xmlns:a16="http://schemas.microsoft.com/office/drawing/2014/main" val="393792197"/>
                  </a:ext>
                </a:extLst>
              </a:tr>
            </a:tbl>
          </a:graphicData>
        </a:graphic>
      </p:graphicFrame>
      <p:graphicFrame>
        <p:nvGraphicFramePr>
          <p:cNvPr id="15" name="Table 14">
            <a:extLst>
              <a:ext uri="{FF2B5EF4-FFF2-40B4-BE49-F238E27FC236}">
                <a16:creationId xmlns:a16="http://schemas.microsoft.com/office/drawing/2014/main" id="{46550EF3-E72D-254D-2972-2043D123AFE3}"/>
              </a:ext>
            </a:extLst>
          </p:cNvPr>
          <p:cNvGraphicFramePr>
            <a:graphicFrameLocks noGrp="1"/>
          </p:cNvGraphicFramePr>
          <p:nvPr>
            <p:extLst>
              <p:ext uri="{D42A27DB-BD31-4B8C-83A1-F6EECF244321}">
                <p14:modId xmlns:p14="http://schemas.microsoft.com/office/powerpoint/2010/main" val="3773659332"/>
              </p:ext>
            </p:extLst>
          </p:nvPr>
        </p:nvGraphicFramePr>
        <p:xfrm>
          <a:off x="6771964" y="4964195"/>
          <a:ext cx="4579620" cy="980123"/>
        </p:xfrm>
        <a:graphic>
          <a:graphicData uri="http://schemas.openxmlformats.org/drawingml/2006/table">
            <a:tbl>
              <a:tblPr bandRow="1">
                <a:tableStyleId>{5C22544A-7EE6-4342-B048-85BDC9FD1C3A}</a:tableStyleId>
              </a:tblPr>
              <a:tblGrid>
                <a:gridCol w="938342">
                  <a:extLst>
                    <a:ext uri="{9D8B030D-6E8A-4147-A177-3AD203B41FA5}">
                      <a16:colId xmlns:a16="http://schemas.microsoft.com/office/drawing/2014/main" val="3558649729"/>
                    </a:ext>
                  </a:extLst>
                </a:gridCol>
                <a:gridCol w="2011724">
                  <a:extLst>
                    <a:ext uri="{9D8B030D-6E8A-4147-A177-3AD203B41FA5}">
                      <a16:colId xmlns:a16="http://schemas.microsoft.com/office/drawing/2014/main" val="2165767702"/>
                    </a:ext>
                  </a:extLst>
                </a:gridCol>
                <a:gridCol w="480913">
                  <a:extLst>
                    <a:ext uri="{9D8B030D-6E8A-4147-A177-3AD203B41FA5}">
                      <a16:colId xmlns:a16="http://schemas.microsoft.com/office/drawing/2014/main" val="2837912418"/>
                    </a:ext>
                  </a:extLst>
                </a:gridCol>
                <a:gridCol w="1148641">
                  <a:extLst>
                    <a:ext uri="{9D8B030D-6E8A-4147-A177-3AD203B41FA5}">
                      <a16:colId xmlns:a16="http://schemas.microsoft.com/office/drawing/2014/main" val="1063532146"/>
                    </a:ext>
                  </a:extLst>
                </a:gridCol>
              </a:tblGrid>
              <a:tr h="0">
                <a:tc>
                  <a:txBody>
                    <a:bodyPr/>
                    <a:lstStyle/>
                    <a:p>
                      <a:pPr>
                        <a:lnSpc>
                          <a:spcPct val="150000"/>
                        </a:lnSpc>
                        <a:spcBef>
                          <a:spcPts val="600"/>
                        </a:spcBef>
                        <a:spcAft>
                          <a:spcPts val="600"/>
                        </a:spcAft>
                        <a:buNone/>
                      </a:pPr>
                      <a:r>
                        <a:rPr lang="en-GB" sz="1100">
                          <a:effectLst/>
                        </a:rPr>
                        <a:t>Chat Forum Display</a:t>
                      </a:r>
                      <a:endParaRPr lang="en-NZ" sz="1100">
                        <a:effectLst/>
                        <a:latin typeface="Arial" panose="020B0604020202020204" pitchFamily="34" charset="0"/>
                        <a:ea typeface="Arial" panose="020B0604020202020204" pitchFamily="34" charset="0"/>
                      </a:endParaRPr>
                    </a:p>
                  </a:txBody>
                  <a:tcPr marL="68580" marR="68580" marT="0" marB="0"/>
                </a:tc>
                <a:tc>
                  <a:txBody>
                    <a:bodyPr/>
                    <a:lstStyle/>
                    <a:p>
                      <a:pPr>
                        <a:lnSpc>
                          <a:spcPct val="150000"/>
                        </a:lnSpc>
                        <a:spcBef>
                          <a:spcPts val="600"/>
                        </a:spcBef>
                        <a:spcAft>
                          <a:spcPts val="600"/>
                        </a:spcAft>
                        <a:buNone/>
                      </a:pPr>
                      <a:r>
                        <a:rPr lang="en-GB" sz="1100">
                          <a:effectLst/>
                        </a:rPr>
                        <a:t>User can see the chat forum after login, can post queries and advice or comment on posts.</a:t>
                      </a:r>
                      <a:endParaRPr lang="en-NZ" sz="1100">
                        <a:effectLst/>
                        <a:latin typeface="Arial" panose="020B0604020202020204" pitchFamily="34" charset="0"/>
                        <a:ea typeface="Arial" panose="020B0604020202020204" pitchFamily="34" charset="0"/>
                      </a:endParaRPr>
                    </a:p>
                  </a:txBody>
                  <a:tcPr marL="68580" marR="68580" marT="0" marB="0"/>
                </a:tc>
                <a:tc>
                  <a:txBody>
                    <a:bodyPr/>
                    <a:lstStyle/>
                    <a:p>
                      <a:pPr>
                        <a:lnSpc>
                          <a:spcPct val="150000"/>
                        </a:lnSpc>
                        <a:spcBef>
                          <a:spcPts val="600"/>
                        </a:spcBef>
                        <a:spcAft>
                          <a:spcPts val="600"/>
                        </a:spcAft>
                        <a:buNone/>
                      </a:pPr>
                      <a:r>
                        <a:rPr lang="en-GB" sz="1100">
                          <a:effectLst/>
                        </a:rPr>
                        <a:t>HIGH</a:t>
                      </a:r>
                      <a:endParaRPr lang="en-NZ" sz="1100">
                        <a:effectLst/>
                        <a:latin typeface="Arial" panose="020B0604020202020204" pitchFamily="34" charset="0"/>
                        <a:ea typeface="Arial" panose="020B0604020202020204" pitchFamily="34" charset="0"/>
                      </a:endParaRPr>
                    </a:p>
                  </a:txBody>
                  <a:tcPr marL="68580" marR="68580" marT="0" marB="0"/>
                </a:tc>
                <a:tc>
                  <a:txBody>
                    <a:bodyPr/>
                    <a:lstStyle/>
                    <a:p>
                      <a:pPr>
                        <a:lnSpc>
                          <a:spcPct val="150000"/>
                        </a:lnSpc>
                        <a:spcBef>
                          <a:spcPts val="600"/>
                        </a:spcBef>
                        <a:spcAft>
                          <a:spcPts val="600"/>
                        </a:spcAft>
                        <a:buNone/>
                      </a:pPr>
                      <a:r>
                        <a:rPr lang="en-GB" sz="1100" dirty="0">
                          <a:effectLst/>
                        </a:rPr>
                        <a:t>Main interaction area.</a:t>
                      </a:r>
                      <a:endParaRPr lang="en-NZ" sz="1100" dirty="0">
                        <a:effectLst/>
                        <a:latin typeface="Arial" panose="020B0604020202020204" pitchFamily="34" charset="0"/>
                        <a:ea typeface="Arial" panose="020B0604020202020204" pitchFamily="34" charset="0"/>
                      </a:endParaRPr>
                    </a:p>
                  </a:txBody>
                  <a:tcPr marL="68580" marR="68580" marT="0" marB="0"/>
                </a:tc>
                <a:extLst>
                  <a:ext uri="{0D108BD9-81ED-4DB2-BD59-A6C34878D82A}">
                    <a16:rowId xmlns:a16="http://schemas.microsoft.com/office/drawing/2014/main" val="201627469"/>
                  </a:ext>
                </a:extLst>
              </a:tr>
            </a:tbl>
          </a:graphicData>
        </a:graphic>
      </p:graphicFrame>
      <p:graphicFrame>
        <p:nvGraphicFramePr>
          <p:cNvPr id="16" name="Table 15">
            <a:extLst>
              <a:ext uri="{FF2B5EF4-FFF2-40B4-BE49-F238E27FC236}">
                <a16:creationId xmlns:a16="http://schemas.microsoft.com/office/drawing/2014/main" id="{A862BD30-1D67-ABC7-034B-0BA674FE9D4A}"/>
              </a:ext>
            </a:extLst>
          </p:cNvPr>
          <p:cNvGraphicFramePr>
            <a:graphicFrameLocks noGrp="1"/>
          </p:cNvGraphicFramePr>
          <p:nvPr>
            <p:extLst>
              <p:ext uri="{D42A27DB-BD31-4B8C-83A1-F6EECF244321}">
                <p14:modId xmlns:p14="http://schemas.microsoft.com/office/powerpoint/2010/main" val="3233053614"/>
              </p:ext>
            </p:extLst>
          </p:nvPr>
        </p:nvGraphicFramePr>
        <p:xfrm>
          <a:off x="6771966" y="288199"/>
          <a:ext cx="4579620" cy="1708786"/>
        </p:xfrm>
        <a:graphic>
          <a:graphicData uri="http://schemas.openxmlformats.org/drawingml/2006/table">
            <a:tbl>
              <a:tblPr bandRow="1">
                <a:tableStyleId>{5C22544A-7EE6-4342-B048-85BDC9FD1C3A}</a:tableStyleId>
              </a:tblPr>
              <a:tblGrid>
                <a:gridCol w="938342">
                  <a:extLst>
                    <a:ext uri="{9D8B030D-6E8A-4147-A177-3AD203B41FA5}">
                      <a16:colId xmlns:a16="http://schemas.microsoft.com/office/drawing/2014/main" val="3731989164"/>
                    </a:ext>
                  </a:extLst>
                </a:gridCol>
                <a:gridCol w="2011724">
                  <a:extLst>
                    <a:ext uri="{9D8B030D-6E8A-4147-A177-3AD203B41FA5}">
                      <a16:colId xmlns:a16="http://schemas.microsoft.com/office/drawing/2014/main" val="1591187310"/>
                    </a:ext>
                  </a:extLst>
                </a:gridCol>
                <a:gridCol w="480913">
                  <a:extLst>
                    <a:ext uri="{9D8B030D-6E8A-4147-A177-3AD203B41FA5}">
                      <a16:colId xmlns:a16="http://schemas.microsoft.com/office/drawing/2014/main" val="2347090182"/>
                    </a:ext>
                  </a:extLst>
                </a:gridCol>
                <a:gridCol w="1148641">
                  <a:extLst>
                    <a:ext uri="{9D8B030D-6E8A-4147-A177-3AD203B41FA5}">
                      <a16:colId xmlns:a16="http://schemas.microsoft.com/office/drawing/2014/main" val="1189640295"/>
                    </a:ext>
                  </a:extLst>
                </a:gridCol>
              </a:tblGrid>
              <a:tr h="0">
                <a:tc>
                  <a:txBody>
                    <a:bodyPr/>
                    <a:lstStyle/>
                    <a:p>
                      <a:pPr>
                        <a:lnSpc>
                          <a:spcPct val="150000"/>
                        </a:lnSpc>
                        <a:spcBef>
                          <a:spcPts val="600"/>
                        </a:spcBef>
                        <a:spcAft>
                          <a:spcPts val="600"/>
                        </a:spcAft>
                        <a:buNone/>
                      </a:pPr>
                      <a:r>
                        <a:rPr lang="en-GB" sz="1100">
                          <a:effectLst/>
                        </a:rPr>
                        <a:t>Making a Post</a:t>
                      </a:r>
                      <a:endParaRPr lang="en-NZ" sz="1100">
                        <a:effectLst/>
                        <a:latin typeface="Arial" panose="020B0604020202020204" pitchFamily="34" charset="0"/>
                        <a:ea typeface="Arial" panose="020B0604020202020204" pitchFamily="34" charset="0"/>
                      </a:endParaRPr>
                    </a:p>
                  </a:txBody>
                  <a:tcPr marL="68580" marR="68580" marT="0" marB="0"/>
                </a:tc>
                <a:tc>
                  <a:txBody>
                    <a:bodyPr/>
                    <a:lstStyle/>
                    <a:p>
                      <a:pPr>
                        <a:lnSpc>
                          <a:spcPct val="150000"/>
                        </a:lnSpc>
                        <a:spcBef>
                          <a:spcPts val="600"/>
                        </a:spcBef>
                        <a:spcAft>
                          <a:spcPts val="600"/>
                        </a:spcAft>
                        <a:buNone/>
                      </a:pPr>
                      <a:r>
                        <a:rPr lang="en-GB" sz="1100" dirty="0">
                          <a:effectLst/>
                        </a:rPr>
                        <a:t>User can post information or ask questions, including context around their needs.  </a:t>
                      </a:r>
                      <a:endParaRPr lang="en-NZ" sz="1100" dirty="0">
                        <a:effectLst/>
                        <a:latin typeface="Arial" panose="020B0604020202020204" pitchFamily="34" charset="0"/>
                        <a:ea typeface="Arial" panose="020B0604020202020204" pitchFamily="34" charset="0"/>
                      </a:endParaRPr>
                    </a:p>
                  </a:txBody>
                  <a:tcPr marL="68580" marR="68580" marT="0" marB="0"/>
                </a:tc>
                <a:tc>
                  <a:txBody>
                    <a:bodyPr/>
                    <a:lstStyle/>
                    <a:p>
                      <a:pPr>
                        <a:lnSpc>
                          <a:spcPct val="150000"/>
                        </a:lnSpc>
                        <a:spcBef>
                          <a:spcPts val="600"/>
                        </a:spcBef>
                        <a:spcAft>
                          <a:spcPts val="600"/>
                        </a:spcAft>
                        <a:buNone/>
                      </a:pPr>
                      <a:r>
                        <a:rPr lang="en-GB" sz="1100">
                          <a:effectLst/>
                        </a:rPr>
                        <a:t>HIGH</a:t>
                      </a:r>
                      <a:endParaRPr lang="en-NZ" sz="1100">
                        <a:effectLst/>
                        <a:latin typeface="Arial" panose="020B0604020202020204" pitchFamily="34" charset="0"/>
                        <a:ea typeface="Arial" panose="020B0604020202020204" pitchFamily="34" charset="0"/>
                      </a:endParaRPr>
                    </a:p>
                  </a:txBody>
                  <a:tcPr marL="68580" marR="68580" marT="0" marB="0"/>
                </a:tc>
                <a:tc>
                  <a:txBody>
                    <a:bodyPr/>
                    <a:lstStyle/>
                    <a:p>
                      <a:pPr>
                        <a:lnSpc>
                          <a:spcPct val="150000"/>
                        </a:lnSpc>
                        <a:spcBef>
                          <a:spcPts val="600"/>
                        </a:spcBef>
                        <a:spcAft>
                          <a:spcPts val="600"/>
                        </a:spcAft>
                        <a:buNone/>
                      </a:pPr>
                      <a:r>
                        <a:rPr lang="en-GB" sz="1100">
                          <a:effectLst/>
                        </a:rPr>
                        <a:t>Enables sharing and learning from user experiences.</a:t>
                      </a:r>
                      <a:endParaRPr lang="en-NZ" sz="1100">
                        <a:effectLst/>
                        <a:latin typeface="Arial" panose="020B0604020202020204" pitchFamily="34" charset="0"/>
                        <a:ea typeface="Arial" panose="020B0604020202020204" pitchFamily="34" charset="0"/>
                      </a:endParaRPr>
                    </a:p>
                  </a:txBody>
                  <a:tcPr marL="68580" marR="68580" marT="0" marB="0"/>
                </a:tc>
                <a:extLst>
                  <a:ext uri="{0D108BD9-81ED-4DB2-BD59-A6C34878D82A}">
                    <a16:rowId xmlns:a16="http://schemas.microsoft.com/office/drawing/2014/main" val="959851213"/>
                  </a:ext>
                </a:extLst>
              </a:tr>
              <a:tr h="0">
                <a:tc>
                  <a:txBody>
                    <a:bodyPr/>
                    <a:lstStyle/>
                    <a:p>
                      <a:pPr>
                        <a:lnSpc>
                          <a:spcPct val="150000"/>
                        </a:lnSpc>
                        <a:spcBef>
                          <a:spcPts val="600"/>
                        </a:spcBef>
                        <a:spcAft>
                          <a:spcPts val="600"/>
                        </a:spcAft>
                        <a:buNone/>
                      </a:pPr>
                      <a:r>
                        <a:rPr lang="en-GB" sz="1100">
                          <a:effectLst/>
                        </a:rPr>
                        <a:t>Making a Comment</a:t>
                      </a:r>
                      <a:endParaRPr lang="en-NZ" sz="1100">
                        <a:effectLst/>
                        <a:latin typeface="Arial" panose="020B0604020202020204" pitchFamily="34" charset="0"/>
                        <a:ea typeface="Arial" panose="020B0604020202020204" pitchFamily="34" charset="0"/>
                      </a:endParaRPr>
                    </a:p>
                  </a:txBody>
                  <a:tcPr marL="68580" marR="68580" marT="0" marB="0"/>
                </a:tc>
                <a:tc>
                  <a:txBody>
                    <a:bodyPr/>
                    <a:lstStyle/>
                    <a:p>
                      <a:pPr>
                        <a:lnSpc>
                          <a:spcPct val="150000"/>
                        </a:lnSpc>
                        <a:spcBef>
                          <a:spcPts val="600"/>
                        </a:spcBef>
                        <a:spcAft>
                          <a:spcPts val="600"/>
                        </a:spcAft>
                        <a:buNone/>
                      </a:pPr>
                      <a:r>
                        <a:rPr lang="en-GB" sz="1100">
                          <a:effectLst/>
                        </a:rPr>
                        <a:t>User can comment on posts to provide advice or share experiences</a:t>
                      </a:r>
                      <a:endParaRPr lang="en-NZ" sz="1100">
                        <a:effectLst/>
                        <a:latin typeface="Arial" panose="020B0604020202020204" pitchFamily="34" charset="0"/>
                        <a:ea typeface="Arial" panose="020B0604020202020204" pitchFamily="34" charset="0"/>
                      </a:endParaRPr>
                    </a:p>
                  </a:txBody>
                  <a:tcPr marL="68580" marR="68580" marT="0" marB="0"/>
                </a:tc>
                <a:tc>
                  <a:txBody>
                    <a:bodyPr/>
                    <a:lstStyle/>
                    <a:p>
                      <a:pPr>
                        <a:lnSpc>
                          <a:spcPct val="150000"/>
                        </a:lnSpc>
                        <a:spcBef>
                          <a:spcPts val="600"/>
                        </a:spcBef>
                        <a:spcAft>
                          <a:spcPts val="600"/>
                        </a:spcAft>
                        <a:buNone/>
                      </a:pPr>
                      <a:r>
                        <a:rPr lang="en-GB" sz="1100">
                          <a:effectLst/>
                        </a:rPr>
                        <a:t>HIGH</a:t>
                      </a:r>
                      <a:endParaRPr lang="en-NZ" sz="1100">
                        <a:effectLst/>
                        <a:latin typeface="Arial" panose="020B0604020202020204" pitchFamily="34" charset="0"/>
                        <a:ea typeface="Arial" panose="020B0604020202020204" pitchFamily="34" charset="0"/>
                      </a:endParaRPr>
                    </a:p>
                  </a:txBody>
                  <a:tcPr marL="68580" marR="68580" marT="0" marB="0"/>
                </a:tc>
                <a:tc>
                  <a:txBody>
                    <a:bodyPr/>
                    <a:lstStyle/>
                    <a:p>
                      <a:pPr>
                        <a:lnSpc>
                          <a:spcPct val="150000"/>
                        </a:lnSpc>
                        <a:spcBef>
                          <a:spcPts val="600"/>
                        </a:spcBef>
                        <a:spcAft>
                          <a:spcPts val="600"/>
                        </a:spcAft>
                        <a:buNone/>
                      </a:pPr>
                      <a:r>
                        <a:rPr lang="en-GB" sz="1100" dirty="0">
                          <a:effectLst/>
                        </a:rPr>
                        <a:t>Encourages interaction and support</a:t>
                      </a:r>
                      <a:endParaRPr lang="en-NZ" sz="1100" dirty="0">
                        <a:effectLst/>
                        <a:latin typeface="Arial" panose="020B0604020202020204" pitchFamily="34" charset="0"/>
                        <a:ea typeface="Arial" panose="020B0604020202020204" pitchFamily="34" charset="0"/>
                      </a:endParaRPr>
                    </a:p>
                  </a:txBody>
                  <a:tcPr marL="68580" marR="68580" marT="0" marB="0"/>
                </a:tc>
                <a:extLst>
                  <a:ext uri="{0D108BD9-81ED-4DB2-BD59-A6C34878D82A}">
                    <a16:rowId xmlns:a16="http://schemas.microsoft.com/office/drawing/2014/main" val="3134165524"/>
                  </a:ext>
                </a:extLst>
              </a:tr>
            </a:tbl>
          </a:graphicData>
        </a:graphic>
      </p:graphicFrame>
    </p:spTree>
    <p:extLst>
      <p:ext uri="{BB962C8B-B14F-4D97-AF65-F5344CB8AC3E}">
        <p14:creationId xmlns:p14="http://schemas.microsoft.com/office/powerpoint/2010/main" val="3947300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62A1F2-0FC5-8E5F-FE4F-B583B8665EB9}"/>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3ADF5DD6-0232-E258-1403-80D58A41848C}"/>
              </a:ext>
            </a:extLst>
          </p:cNvPr>
          <p:cNvSpPr>
            <a:spLocks noGrp="1"/>
          </p:cNvSpPr>
          <p:nvPr>
            <p:ph type="ftr" sz="quarter" idx="11"/>
          </p:nvPr>
        </p:nvSpPr>
        <p:spPr>
          <a:xfrm>
            <a:off x="7039201" y="6277692"/>
            <a:ext cx="4114800" cy="365125"/>
          </a:xfrm>
        </p:spPr>
        <p:txBody>
          <a:bodyPr/>
          <a:lstStyle/>
          <a:p>
            <a:r>
              <a:rPr lang="en-US" dirty="0"/>
              <a:t>Capstone Project by Lavinia Poutu - April 2026</a:t>
            </a:r>
            <a:endParaRPr lang="en-NZ" dirty="0"/>
          </a:p>
        </p:txBody>
      </p:sp>
      <p:sp>
        <p:nvSpPr>
          <p:cNvPr id="6" name="AutoShape 2" descr="Welcome to Aotearoa">
            <a:extLst>
              <a:ext uri="{FF2B5EF4-FFF2-40B4-BE49-F238E27FC236}">
                <a16:creationId xmlns:a16="http://schemas.microsoft.com/office/drawing/2014/main" id="{A57B8AEB-67D8-A83A-F882-01AD5CC65E73}"/>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NZ"/>
          </a:p>
        </p:txBody>
      </p:sp>
      <p:sp>
        <p:nvSpPr>
          <p:cNvPr id="11" name="TextBox 10">
            <a:extLst>
              <a:ext uri="{FF2B5EF4-FFF2-40B4-BE49-F238E27FC236}">
                <a16:creationId xmlns:a16="http://schemas.microsoft.com/office/drawing/2014/main" id="{C0BA6FB9-AC90-BD21-2FB7-D6244C02692E}"/>
              </a:ext>
            </a:extLst>
          </p:cNvPr>
          <p:cNvSpPr txBox="1"/>
          <p:nvPr/>
        </p:nvSpPr>
        <p:spPr>
          <a:xfrm>
            <a:off x="6096000" y="496262"/>
            <a:ext cx="5390535" cy="646331"/>
          </a:xfrm>
          <a:prstGeom prst="rect">
            <a:avLst/>
          </a:prstGeom>
          <a:noFill/>
        </p:spPr>
        <p:txBody>
          <a:bodyPr wrap="square" rtlCol="0">
            <a:spAutoFit/>
          </a:bodyPr>
          <a:lstStyle/>
          <a:p>
            <a:pPr algn="ctr"/>
            <a:r>
              <a:rPr lang="en-NZ" sz="3600" b="1" dirty="0"/>
              <a:t>User Flow</a:t>
            </a:r>
          </a:p>
        </p:txBody>
      </p:sp>
      <p:pic>
        <p:nvPicPr>
          <p:cNvPr id="13" name="Picture 12">
            <a:extLst>
              <a:ext uri="{FF2B5EF4-FFF2-40B4-BE49-F238E27FC236}">
                <a16:creationId xmlns:a16="http://schemas.microsoft.com/office/drawing/2014/main" id="{6598F511-9153-D629-FFFF-4028A73AD273}"/>
              </a:ext>
            </a:extLst>
          </p:cNvPr>
          <p:cNvPicPr>
            <a:picLocks noChangeAspect="1"/>
          </p:cNvPicPr>
          <p:nvPr/>
        </p:nvPicPr>
        <p:blipFill>
          <a:blip r:embed="rId3"/>
          <a:stretch>
            <a:fillRect/>
          </a:stretch>
        </p:blipFill>
        <p:spPr>
          <a:xfrm>
            <a:off x="14378" y="0"/>
            <a:ext cx="5981372" cy="6858000"/>
          </a:xfrm>
          <a:prstGeom prst="rect">
            <a:avLst/>
          </a:prstGeom>
        </p:spPr>
      </p:pic>
      <p:sp>
        <p:nvSpPr>
          <p:cNvPr id="18" name="Title 1">
            <a:extLst>
              <a:ext uri="{FF2B5EF4-FFF2-40B4-BE49-F238E27FC236}">
                <a16:creationId xmlns:a16="http://schemas.microsoft.com/office/drawing/2014/main" id="{DD39D1A0-911A-D14B-39C7-AC977331CCEF}"/>
              </a:ext>
            </a:extLst>
          </p:cNvPr>
          <p:cNvSpPr txBox="1">
            <a:spLocks/>
          </p:cNvSpPr>
          <p:nvPr/>
        </p:nvSpPr>
        <p:spPr>
          <a:xfrm>
            <a:off x="183556" y="0"/>
            <a:ext cx="5643015" cy="1142593"/>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NZ" dirty="0"/>
              <a:t>Tairawhiti Rising</a:t>
            </a:r>
          </a:p>
        </p:txBody>
      </p:sp>
      <p:sp>
        <p:nvSpPr>
          <p:cNvPr id="2" name="Slide Number Placeholder 1">
            <a:extLst>
              <a:ext uri="{FF2B5EF4-FFF2-40B4-BE49-F238E27FC236}">
                <a16:creationId xmlns:a16="http://schemas.microsoft.com/office/drawing/2014/main" id="{47A21C03-511E-C2F0-3D9B-3837257C19C7}"/>
              </a:ext>
            </a:extLst>
          </p:cNvPr>
          <p:cNvSpPr>
            <a:spLocks noGrp="1"/>
          </p:cNvSpPr>
          <p:nvPr>
            <p:ph type="sldNum" sz="quarter" idx="12"/>
          </p:nvPr>
        </p:nvSpPr>
        <p:spPr/>
        <p:txBody>
          <a:bodyPr/>
          <a:lstStyle/>
          <a:p>
            <a:fld id="{CC85BB5F-1EAE-4028-A1B9-97806A69F1AE}" type="slidenum">
              <a:rPr lang="en-NZ" smtClean="0"/>
              <a:t>11</a:t>
            </a:fld>
            <a:endParaRPr lang="en-NZ"/>
          </a:p>
        </p:txBody>
      </p:sp>
      <p:pic>
        <p:nvPicPr>
          <p:cNvPr id="5" name="Picture 4">
            <a:extLst>
              <a:ext uri="{FF2B5EF4-FFF2-40B4-BE49-F238E27FC236}">
                <a16:creationId xmlns:a16="http://schemas.microsoft.com/office/drawing/2014/main" id="{1BCAE5AC-0A4C-7A35-AB32-1377929C1AF6}"/>
              </a:ext>
            </a:extLst>
          </p:cNvPr>
          <p:cNvPicPr>
            <a:picLocks noChangeAspect="1"/>
          </p:cNvPicPr>
          <p:nvPr/>
        </p:nvPicPr>
        <p:blipFill>
          <a:blip r:embed="rId4"/>
          <a:stretch>
            <a:fillRect/>
          </a:stretch>
        </p:blipFill>
        <p:spPr>
          <a:xfrm>
            <a:off x="2137719" y="1322173"/>
            <a:ext cx="9654149" cy="4876861"/>
          </a:xfrm>
          <a:prstGeom prst="rect">
            <a:avLst/>
          </a:prstGeom>
        </p:spPr>
      </p:pic>
    </p:spTree>
    <p:extLst>
      <p:ext uri="{BB962C8B-B14F-4D97-AF65-F5344CB8AC3E}">
        <p14:creationId xmlns:p14="http://schemas.microsoft.com/office/powerpoint/2010/main" val="31390037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051D6E-B60A-2745-DB22-2D7F7783444C}"/>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6DA369A2-F31D-5E14-17CE-D918B7BCE07A}"/>
              </a:ext>
            </a:extLst>
          </p:cNvPr>
          <p:cNvSpPr>
            <a:spLocks noGrp="1"/>
          </p:cNvSpPr>
          <p:nvPr>
            <p:ph type="ftr" sz="quarter" idx="11"/>
          </p:nvPr>
        </p:nvSpPr>
        <p:spPr>
          <a:xfrm>
            <a:off x="7039201" y="6277692"/>
            <a:ext cx="4114800" cy="365125"/>
          </a:xfrm>
        </p:spPr>
        <p:txBody>
          <a:bodyPr/>
          <a:lstStyle/>
          <a:p>
            <a:r>
              <a:rPr lang="en-US" dirty="0"/>
              <a:t>Capstone Project by Lavinia Poutu - April 2026</a:t>
            </a:r>
            <a:endParaRPr lang="en-NZ" dirty="0"/>
          </a:p>
        </p:txBody>
      </p:sp>
      <p:sp>
        <p:nvSpPr>
          <p:cNvPr id="6" name="AutoShape 2" descr="Welcome to Aotearoa">
            <a:extLst>
              <a:ext uri="{FF2B5EF4-FFF2-40B4-BE49-F238E27FC236}">
                <a16:creationId xmlns:a16="http://schemas.microsoft.com/office/drawing/2014/main" id="{318178F7-7E04-F37F-D5A1-0366C4F40830}"/>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NZ"/>
          </a:p>
        </p:txBody>
      </p:sp>
      <p:sp>
        <p:nvSpPr>
          <p:cNvPr id="11" name="TextBox 10">
            <a:extLst>
              <a:ext uri="{FF2B5EF4-FFF2-40B4-BE49-F238E27FC236}">
                <a16:creationId xmlns:a16="http://schemas.microsoft.com/office/drawing/2014/main" id="{4444FBC4-6A7F-2519-5053-0EC7AC4C551E}"/>
              </a:ext>
            </a:extLst>
          </p:cNvPr>
          <p:cNvSpPr txBox="1"/>
          <p:nvPr/>
        </p:nvSpPr>
        <p:spPr>
          <a:xfrm>
            <a:off x="6096000" y="496262"/>
            <a:ext cx="5390535" cy="646331"/>
          </a:xfrm>
          <a:prstGeom prst="rect">
            <a:avLst/>
          </a:prstGeom>
          <a:noFill/>
        </p:spPr>
        <p:txBody>
          <a:bodyPr wrap="square" rtlCol="0">
            <a:spAutoFit/>
          </a:bodyPr>
          <a:lstStyle/>
          <a:p>
            <a:pPr algn="ctr"/>
            <a:r>
              <a:rPr lang="en-NZ" sz="3600" b="1" dirty="0"/>
              <a:t>Database Model</a:t>
            </a:r>
          </a:p>
        </p:txBody>
      </p:sp>
      <p:pic>
        <p:nvPicPr>
          <p:cNvPr id="13" name="Picture 12">
            <a:extLst>
              <a:ext uri="{FF2B5EF4-FFF2-40B4-BE49-F238E27FC236}">
                <a16:creationId xmlns:a16="http://schemas.microsoft.com/office/drawing/2014/main" id="{F88F39EF-1380-CD34-4CE0-578C4CEEE69A}"/>
              </a:ext>
            </a:extLst>
          </p:cNvPr>
          <p:cNvPicPr>
            <a:picLocks noChangeAspect="1"/>
          </p:cNvPicPr>
          <p:nvPr/>
        </p:nvPicPr>
        <p:blipFill>
          <a:blip r:embed="rId3"/>
          <a:stretch>
            <a:fillRect/>
          </a:stretch>
        </p:blipFill>
        <p:spPr>
          <a:xfrm>
            <a:off x="14378" y="0"/>
            <a:ext cx="5981372" cy="6858000"/>
          </a:xfrm>
          <a:prstGeom prst="rect">
            <a:avLst/>
          </a:prstGeom>
        </p:spPr>
      </p:pic>
      <p:sp>
        <p:nvSpPr>
          <p:cNvPr id="18" name="Title 1">
            <a:extLst>
              <a:ext uri="{FF2B5EF4-FFF2-40B4-BE49-F238E27FC236}">
                <a16:creationId xmlns:a16="http://schemas.microsoft.com/office/drawing/2014/main" id="{793DE636-0867-BE45-FC3B-C42BD5BD76A7}"/>
              </a:ext>
            </a:extLst>
          </p:cNvPr>
          <p:cNvSpPr txBox="1">
            <a:spLocks/>
          </p:cNvSpPr>
          <p:nvPr/>
        </p:nvSpPr>
        <p:spPr>
          <a:xfrm>
            <a:off x="183556" y="0"/>
            <a:ext cx="5643015" cy="1142593"/>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NZ" dirty="0"/>
              <a:t>Tairawhiti Rising</a:t>
            </a:r>
          </a:p>
        </p:txBody>
      </p:sp>
      <p:sp>
        <p:nvSpPr>
          <p:cNvPr id="2" name="Slide Number Placeholder 1">
            <a:extLst>
              <a:ext uri="{FF2B5EF4-FFF2-40B4-BE49-F238E27FC236}">
                <a16:creationId xmlns:a16="http://schemas.microsoft.com/office/drawing/2014/main" id="{2B9E5441-C094-A544-E82E-939789BBB401}"/>
              </a:ext>
            </a:extLst>
          </p:cNvPr>
          <p:cNvSpPr>
            <a:spLocks noGrp="1"/>
          </p:cNvSpPr>
          <p:nvPr>
            <p:ph type="sldNum" sz="quarter" idx="12"/>
          </p:nvPr>
        </p:nvSpPr>
        <p:spPr/>
        <p:txBody>
          <a:bodyPr/>
          <a:lstStyle/>
          <a:p>
            <a:fld id="{CC85BB5F-1EAE-4028-A1B9-97806A69F1AE}" type="slidenum">
              <a:rPr lang="en-NZ" smtClean="0"/>
              <a:t>12</a:t>
            </a:fld>
            <a:endParaRPr lang="en-NZ"/>
          </a:p>
        </p:txBody>
      </p:sp>
      <p:pic>
        <p:nvPicPr>
          <p:cNvPr id="8" name="Picture 7">
            <a:extLst>
              <a:ext uri="{FF2B5EF4-FFF2-40B4-BE49-F238E27FC236}">
                <a16:creationId xmlns:a16="http://schemas.microsoft.com/office/drawing/2014/main" id="{9966240E-96C0-CCFD-CF0E-B41CBC69A138}"/>
              </a:ext>
            </a:extLst>
          </p:cNvPr>
          <p:cNvPicPr>
            <a:picLocks noChangeAspect="1"/>
          </p:cNvPicPr>
          <p:nvPr/>
        </p:nvPicPr>
        <p:blipFill>
          <a:blip r:embed="rId4"/>
          <a:stretch>
            <a:fillRect/>
          </a:stretch>
        </p:blipFill>
        <p:spPr>
          <a:xfrm>
            <a:off x="4856205" y="1221250"/>
            <a:ext cx="7068767" cy="4759419"/>
          </a:xfrm>
          <a:prstGeom prst="rect">
            <a:avLst/>
          </a:prstGeom>
        </p:spPr>
      </p:pic>
    </p:spTree>
    <p:extLst>
      <p:ext uri="{BB962C8B-B14F-4D97-AF65-F5344CB8AC3E}">
        <p14:creationId xmlns:p14="http://schemas.microsoft.com/office/powerpoint/2010/main" val="18737204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a:extLst>
            <a:ext uri="{FF2B5EF4-FFF2-40B4-BE49-F238E27FC236}">
              <a16:creationId xmlns:a16="http://schemas.microsoft.com/office/drawing/2014/main" id="{CFE591A5-5B52-7FA4-FB1A-ACA42B235CB1}"/>
            </a:ext>
          </a:extLst>
        </p:cNvPr>
        <p:cNvGrpSpPr/>
        <p:nvPr/>
      </p:nvGrpSpPr>
      <p:grpSpPr>
        <a:xfrm>
          <a:off x="0" y="0"/>
          <a:ext cx="0" cy="0"/>
          <a:chOff x="0" y="0"/>
          <a:chExt cx="0" cy="0"/>
        </a:xfrm>
      </p:grpSpPr>
      <p:sp>
        <p:nvSpPr>
          <p:cNvPr id="18" name="Title 1">
            <a:extLst>
              <a:ext uri="{FF2B5EF4-FFF2-40B4-BE49-F238E27FC236}">
                <a16:creationId xmlns:a16="http://schemas.microsoft.com/office/drawing/2014/main" id="{725AA16E-8836-16E3-0734-4E36EBFC4F4B}"/>
              </a:ext>
            </a:extLst>
          </p:cNvPr>
          <p:cNvSpPr txBox="1">
            <a:spLocks/>
          </p:cNvSpPr>
          <p:nvPr/>
        </p:nvSpPr>
        <p:spPr>
          <a:xfrm>
            <a:off x="4128368" y="4522156"/>
            <a:ext cx="4937937" cy="1363215"/>
          </a:xfrm>
          <a:prstGeom prst="rect">
            <a:avLst/>
          </a:prstGeom>
        </p:spPr>
        <p:txBody>
          <a:bodyPr vert="horz" lIns="91440" tIns="45720" rIns="91440" bIns="45720" rtlCol="0" anchor="t">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spcAft>
                <a:spcPts val="600"/>
              </a:spcAft>
            </a:pPr>
            <a:r>
              <a:rPr lang="en-US" sz="4400" kern="1200">
                <a:solidFill>
                  <a:schemeClr val="tx1"/>
                </a:solidFill>
                <a:latin typeface="+mj-lt"/>
                <a:ea typeface="+mj-ea"/>
                <a:cs typeface="+mj-cs"/>
              </a:rPr>
              <a:t>Tairawhiti Rising</a:t>
            </a:r>
          </a:p>
        </p:txBody>
      </p:sp>
      <p:sp>
        <p:nvSpPr>
          <p:cNvPr id="11" name="TextBox 10">
            <a:extLst>
              <a:ext uri="{FF2B5EF4-FFF2-40B4-BE49-F238E27FC236}">
                <a16:creationId xmlns:a16="http://schemas.microsoft.com/office/drawing/2014/main" id="{6D9BC4BE-2BDB-E183-4E9B-FAAB031535B9}"/>
              </a:ext>
            </a:extLst>
          </p:cNvPr>
          <p:cNvSpPr txBox="1"/>
          <p:nvPr/>
        </p:nvSpPr>
        <p:spPr>
          <a:xfrm>
            <a:off x="4128370" y="3945418"/>
            <a:ext cx="4937936" cy="576738"/>
          </a:xfrm>
          <a:prstGeom prst="rect">
            <a:avLst/>
          </a:prstGeom>
        </p:spPr>
        <p:txBody>
          <a:bodyPr vert="horz" lIns="91440" tIns="45720" rIns="91440" bIns="45720" rtlCol="0" anchor="b">
            <a:normAutofit/>
          </a:bodyPr>
          <a:lstStyle/>
          <a:p>
            <a:pPr>
              <a:lnSpc>
                <a:spcPct val="90000"/>
              </a:lnSpc>
              <a:spcBef>
                <a:spcPts val="1000"/>
              </a:spcBef>
            </a:pPr>
            <a:r>
              <a:rPr lang="en-US" sz="1900" b="1" kern="1200">
                <a:solidFill>
                  <a:schemeClr val="tx1"/>
                </a:solidFill>
                <a:latin typeface="+mn-lt"/>
                <a:ea typeface="+mn-ea"/>
                <a:cs typeface="+mn-cs"/>
              </a:rPr>
              <a:t>UI Design Concept and Wireframe Design</a:t>
            </a:r>
          </a:p>
        </p:txBody>
      </p:sp>
      <p:sp>
        <p:nvSpPr>
          <p:cNvPr id="20" name="Freeform: Shape 19">
            <a:extLst>
              <a:ext uri="{FF2B5EF4-FFF2-40B4-BE49-F238E27FC236}">
                <a16:creationId xmlns:a16="http://schemas.microsoft.com/office/drawing/2014/main" id="{F6E384F5-137A-40B1-97F0-694CC6ECD5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122218"/>
            <a:ext cx="3730752" cy="4735782"/>
          </a:xfrm>
          <a:custGeom>
            <a:avLst/>
            <a:gdLst>
              <a:gd name="connsiteX0" fmla="*/ 640080 w 3730752"/>
              <a:gd name="connsiteY0" fmla="*/ 0 h 4735782"/>
              <a:gd name="connsiteX1" fmla="*/ 3730752 w 3730752"/>
              <a:gd name="connsiteY1" fmla="*/ 3090672 h 4735782"/>
              <a:gd name="connsiteX2" fmla="*/ 3357725 w 3730752"/>
              <a:gd name="connsiteY2" fmla="*/ 4563870 h 4735782"/>
              <a:gd name="connsiteX3" fmla="*/ 3253285 w 3730752"/>
              <a:gd name="connsiteY3" fmla="*/ 4735782 h 4735782"/>
              <a:gd name="connsiteX4" fmla="*/ 0 w 3730752"/>
              <a:gd name="connsiteY4" fmla="*/ 4735782 h 4735782"/>
              <a:gd name="connsiteX5" fmla="*/ 0 w 3730752"/>
              <a:gd name="connsiteY5" fmla="*/ 67215 h 4735782"/>
              <a:gd name="connsiteX6" fmla="*/ 17202 w 3730752"/>
              <a:gd name="connsiteY6" fmla="*/ 62792 h 4735782"/>
              <a:gd name="connsiteX7" fmla="*/ 640080 w 3730752"/>
              <a:gd name="connsiteY7" fmla="*/ 0 h 47357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30752" h="4735782">
                <a:moveTo>
                  <a:pt x="640080" y="0"/>
                </a:moveTo>
                <a:cubicBezTo>
                  <a:pt x="2347011" y="0"/>
                  <a:pt x="3730752" y="1383741"/>
                  <a:pt x="3730752" y="3090672"/>
                </a:cubicBezTo>
                <a:cubicBezTo>
                  <a:pt x="3730752" y="3624088"/>
                  <a:pt x="3595621" y="4125943"/>
                  <a:pt x="3357725" y="4563870"/>
                </a:cubicBezTo>
                <a:lnTo>
                  <a:pt x="3253285" y="4735782"/>
                </a:lnTo>
                <a:lnTo>
                  <a:pt x="0" y="4735782"/>
                </a:lnTo>
                <a:lnTo>
                  <a:pt x="0" y="67215"/>
                </a:lnTo>
                <a:lnTo>
                  <a:pt x="17202" y="62792"/>
                </a:lnTo>
                <a:cubicBezTo>
                  <a:pt x="218397" y="21621"/>
                  <a:pt x="426714" y="0"/>
                  <a:pt x="640080" y="0"/>
                </a:cubicBezTo>
                <a:close/>
              </a:path>
            </a:pathLst>
          </a:cu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 name="Freeform: Shape 20">
            <a:extLst>
              <a:ext uri="{FF2B5EF4-FFF2-40B4-BE49-F238E27FC236}">
                <a16:creationId xmlns:a16="http://schemas.microsoft.com/office/drawing/2014/main" id="{9DBC4630-03DA-474F-BBCB-BA3AE6B317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81982" y="-4332"/>
            <a:ext cx="4242816" cy="2454158"/>
          </a:xfrm>
          <a:custGeom>
            <a:avLst/>
            <a:gdLst>
              <a:gd name="connsiteX0" fmla="*/ 28633 w 4242816"/>
              <a:gd name="connsiteY0" fmla="*/ 0 h 2454158"/>
              <a:gd name="connsiteX1" fmla="*/ 4214183 w 4242816"/>
              <a:gd name="connsiteY1" fmla="*/ 0 h 2454158"/>
              <a:gd name="connsiteX2" fmla="*/ 4231864 w 4242816"/>
              <a:gd name="connsiteY2" fmla="*/ 115848 h 2454158"/>
              <a:gd name="connsiteX3" fmla="*/ 4242816 w 4242816"/>
              <a:gd name="connsiteY3" fmla="*/ 332750 h 2454158"/>
              <a:gd name="connsiteX4" fmla="*/ 2121408 w 4242816"/>
              <a:gd name="connsiteY4" fmla="*/ 2454158 h 2454158"/>
              <a:gd name="connsiteX5" fmla="*/ 0 w 4242816"/>
              <a:gd name="connsiteY5" fmla="*/ 332750 h 2454158"/>
              <a:gd name="connsiteX6" fmla="*/ 10953 w 4242816"/>
              <a:gd name="connsiteY6" fmla="*/ 115848 h 2454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42816" h="2454158">
                <a:moveTo>
                  <a:pt x="28633" y="0"/>
                </a:moveTo>
                <a:lnTo>
                  <a:pt x="4214183" y="0"/>
                </a:lnTo>
                <a:lnTo>
                  <a:pt x="4231864" y="115848"/>
                </a:lnTo>
                <a:cubicBezTo>
                  <a:pt x="4239106" y="187164"/>
                  <a:pt x="4242816" y="259524"/>
                  <a:pt x="4242816" y="332750"/>
                </a:cubicBezTo>
                <a:cubicBezTo>
                  <a:pt x="4242816" y="1504371"/>
                  <a:pt x="3293029" y="2454158"/>
                  <a:pt x="2121408" y="2454158"/>
                </a:cubicBezTo>
                <a:cubicBezTo>
                  <a:pt x="949787" y="2454158"/>
                  <a:pt x="0" y="1504371"/>
                  <a:pt x="0" y="332750"/>
                </a:cubicBezTo>
                <a:cubicBezTo>
                  <a:pt x="0" y="259524"/>
                  <a:pt x="3710" y="187164"/>
                  <a:pt x="10953" y="115848"/>
                </a:cubicBezTo>
                <a:close/>
              </a:path>
            </a:pathLst>
          </a:cu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5" name="Picture 4">
            <a:extLst>
              <a:ext uri="{FF2B5EF4-FFF2-40B4-BE49-F238E27FC236}">
                <a16:creationId xmlns:a16="http://schemas.microsoft.com/office/drawing/2014/main" id="{4DB877AD-075E-3AE5-6AC6-B15C007FDBF5}"/>
              </a:ext>
            </a:extLst>
          </p:cNvPr>
          <p:cNvPicPr>
            <a:picLocks noChangeAspect="1"/>
          </p:cNvPicPr>
          <p:nvPr/>
        </p:nvPicPr>
        <p:blipFill>
          <a:blip r:embed="rId3"/>
          <a:srcRect t="11350" r="2" b="9169"/>
          <a:stretch>
            <a:fillRect/>
          </a:stretch>
        </p:blipFill>
        <p:spPr>
          <a:xfrm>
            <a:off x="1246573" y="10"/>
            <a:ext cx="3913632" cy="2285224"/>
          </a:xfrm>
          <a:custGeom>
            <a:avLst/>
            <a:gdLst/>
            <a:ahLst/>
            <a:cxnLst/>
            <a:rect l="l" t="t" r="r" b="b"/>
            <a:pathLst>
              <a:path w="3913632" h="2285234">
                <a:moveTo>
                  <a:pt x="29691" y="0"/>
                </a:moveTo>
                <a:lnTo>
                  <a:pt x="3883942" y="0"/>
                </a:lnTo>
                <a:lnTo>
                  <a:pt x="3903529" y="128345"/>
                </a:lnTo>
                <a:cubicBezTo>
                  <a:pt x="3910210" y="194127"/>
                  <a:pt x="3913632" y="260873"/>
                  <a:pt x="3913632" y="328418"/>
                </a:cubicBezTo>
                <a:cubicBezTo>
                  <a:pt x="3913632" y="1409138"/>
                  <a:pt x="3037536" y="2285234"/>
                  <a:pt x="1956816" y="2285234"/>
                </a:cubicBezTo>
                <a:cubicBezTo>
                  <a:pt x="876096" y="2285234"/>
                  <a:pt x="0" y="1409138"/>
                  <a:pt x="0" y="328418"/>
                </a:cubicBezTo>
                <a:cubicBezTo>
                  <a:pt x="0" y="260873"/>
                  <a:pt x="3422" y="194127"/>
                  <a:pt x="10103" y="128345"/>
                </a:cubicBezTo>
                <a:close/>
              </a:path>
            </a:pathLst>
          </a:custGeom>
        </p:spPr>
      </p:pic>
      <p:pic>
        <p:nvPicPr>
          <p:cNvPr id="9" name="Picture 8">
            <a:extLst>
              <a:ext uri="{FF2B5EF4-FFF2-40B4-BE49-F238E27FC236}">
                <a16:creationId xmlns:a16="http://schemas.microsoft.com/office/drawing/2014/main" id="{5141A0BA-1F3C-1B10-A822-325362208CC0}"/>
              </a:ext>
            </a:extLst>
          </p:cNvPr>
          <p:cNvPicPr>
            <a:picLocks noChangeAspect="1"/>
          </p:cNvPicPr>
          <p:nvPr/>
        </p:nvPicPr>
        <p:blipFill>
          <a:blip r:embed="rId4"/>
          <a:srcRect l="23211" r="23845" b="-2"/>
          <a:stretch>
            <a:fillRect/>
          </a:stretch>
        </p:blipFill>
        <p:spPr>
          <a:xfrm>
            <a:off x="20" y="2288331"/>
            <a:ext cx="3564618" cy="4569668"/>
          </a:xfrm>
          <a:custGeom>
            <a:avLst/>
            <a:gdLst/>
            <a:ahLst/>
            <a:cxnLst/>
            <a:rect l="l" t="t" r="r" b="b"/>
            <a:pathLst>
              <a:path w="3564638" h="4569668">
                <a:moveTo>
                  <a:pt x="640080" y="0"/>
                </a:moveTo>
                <a:cubicBezTo>
                  <a:pt x="2255269" y="0"/>
                  <a:pt x="3564638" y="1309369"/>
                  <a:pt x="3564638" y="2924558"/>
                </a:cubicBezTo>
                <a:cubicBezTo>
                  <a:pt x="3564638" y="3530254"/>
                  <a:pt x="3380508" y="4092944"/>
                  <a:pt x="3065170" y="4559707"/>
                </a:cubicBezTo>
                <a:lnTo>
                  <a:pt x="3057720" y="4569668"/>
                </a:lnTo>
                <a:lnTo>
                  <a:pt x="0" y="4569668"/>
                </a:lnTo>
                <a:lnTo>
                  <a:pt x="0" y="72448"/>
                </a:lnTo>
                <a:lnTo>
                  <a:pt x="50679" y="59417"/>
                </a:lnTo>
                <a:cubicBezTo>
                  <a:pt x="241061" y="20459"/>
                  <a:pt x="438181" y="0"/>
                  <a:pt x="640080" y="0"/>
                </a:cubicBezTo>
                <a:close/>
              </a:path>
            </a:pathLst>
          </a:custGeom>
        </p:spPr>
      </p:pic>
      <p:sp>
        <p:nvSpPr>
          <p:cNvPr id="22" name="Oval 21">
            <a:extLst>
              <a:ext uri="{FF2B5EF4-FFF2-40B4-BE49-F238E27FC236}">
                <a16:creationId xmlns:a16="http://schemas.microsoft.com/office/drawing/2014/main" id="{78418A25-6EAC-4140-BFE6-284E1925B5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360967" y="561316"/>
            <a:ext cx="3182112" cy="3182112"/>
          </a:xfrm>
          <a:prstGeom prst="ellipse">
            <a:avLst/>
          </a:pr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15" name="Picture 14">
            <a:extLst>
              <a:ext uri="{FF2B5EF4-FFF2-40B4-BE49-F238E27FC236}">
                <a16:creationId xmlns:a16="http://schemas.microsoft.com/office/drawing/2014/main" id="{049563F2-FABB-8054-8425-D6B8EDBC49E4}"/>
              </a:ext>
            </a:extLst>
          </p:cNvPr>
          <p:cNvPicPr>
            <a:picLocks noChangeAspect="1"/>
          </p:cNvPicPr>
          <p:nvPr/>
        </p:nvPicPr>
        <p:blipFill>
          <a:blip r:embed="rId5"/>
          <a:srcRect l="11805" r="17454" b="6"/>
          <a:stretch>
            <a:fillRect/>
          </a:stretch>
        </p:blipFill>
        <p:spPr>
          <a:xfrm>
            <a:off x="5525559" y="725908"/>
            <a:ext cx="2852928" cy="2852928"/>
          </a:xfrm>
          <a:custGeom>
            <a:avLst/>
            <a:gdLst/>
            <a:ahLst/>
            <a:cxnLst/>
            <a:rect l="l" t="t" r="r" b="b"/>
            <a:pathLst>
              <a:path w="2852928" h="2852928">
                <a:moveTo>
                  <a:pt x="1426464" y="0"/>
                </a:moveTo>
                <a:cubicBezTo>
                  <a:pt x="2214278" y="0"/>
                  <a:pt x="2852928" y="638650"/>
                  <a:pt x="2852928" y="1426464"/>
                </a:cubicBezTo>
                <a:cubicBezTo>
                  <a:pt x="2852928" y="2214278"/>
                  <a:pt x="2214278" y="2852928"/>
                  <a:pt x="1426464" y="2852928"/>
                </a:cubicBezTo>
                <a:cubicBezTo>
                  <a:pt x="638650" y="2852928"/>
                  <a:pt x="0" y="2214278"/>
                  <a:pt x="0" y="1426464"/>
                </a:cubicBezTo>
                <a:cubicBezTo>
                  <a:pt x="0" y="638650"/>
                  <a:pt x="638650" y="0"/>
                  <a:pt x="1426464" y="0"/>
                </a:cubicBezTo>
                <a:close/>
              </a:path>
            </a:pathLst>
          </a:custGeom>
        </p:spPr>
      </p:pic>
      <p:sp>
        <p:nvSpPr>
          <p:cNvPr id="24" name="Freeform: Shape 23">
            <a:extLst>
              <a:ext uri="{FF2B5EF4-FFF2-40B4-BE49-F238E27FC236}">
                <a16:creationId xmlns:a16="http://schemas.microsoft.com/office/drawing/2014/main" id="{6B9D64DB-4D5C-4A91-B45F-F301E3174F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52568" y="-4332"/>
            <a:ext cx="3439432" cy="3550083"/>
          </a:xfrm>
          <a:custGeom>
            <a:avLst/>
            <a:gdLst>
              <a:gd name="connsiteX0" fmla="*/ 115336 w 3439432"/>
              <a:gd name="connsiteY0" fmla="*/ 0 h 3550083"/>
              <a:gd name="connsiteX1" fmla="*/ 3439432 w 3439432"/>
              <a:gd name="connsiteY1" fmla="*/ 0 h 3550083"/>
              <a:gd name="connsiteX2" fmla="*/ 3439432 w 3439432"/>
              <a:gd name="connsiteY2" fmla="*/ 3462762 h 3550083"/>
              <a:gd name="connsiteX3" fmla="*/ 3318024 w 3439432"/>
              <a:gd name="connsiteY3" fmla="*/ 3493980 h 3550083"/>
              <a:gd name="connsiteX4" fmla="*/ 2761488 w 3439432"/>
              <a:gd name="connsiteY4" fmla="*/ 3550083 h 3550083"/>
              <a:gd name="connsiteX5" fmla="*/ 0 w 3439432"/>
              <a:gd name="connsiteY5" fmla="*/ 788595 h 3550083"/>
              <a:gd name="connsiteX6" fmla="*/ 70713 w 3439432"/>
              <a:gd name="connsiteY6" fmla="*/ 164949 h 3550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439432" h="3550083">
                <a:moveTo>
                  <a:pt x="115336" y="0"/>
                </a:moveTo>
                <a:lnTo>
                  <a:pt x="3439432" y="0"/>
                </a:lnTo>
                <a:lnTo>
                  <a:pt x="3439432" y="3462762"/>
                </a:lnTo>
                <a:lnTo>
                  <a:pt x="3318024" y="3493980"/>
                </a:lnTo>
                <a:cubicBezTo>
                  <a:pt x="3138258" y="3530765"/>
                  <a:pt x="2952129" y="3550083"/>
                  <a:pt x="2761488" y="3550083"/>
                </a:cubicBezTo>
                <a:cubicBezTo>
                  <a:pt x="1236360" y="3550083"/>
                  <a:pt x="0" y="2313723"/>
                  <a:pt x="0" y="788595"/>
                </a:cubicBezTo>
                <a:cubicBezTo>
                  <a:pt x="0" y="574124"/>
                  <a:pt x="24450" y="365364"/>
                  <a:pt x="70713" y="164949"/>
                </a:cubicBezTo>
                <a:close/>
              </a:path>
            </a:pathLst>
          </a:cu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pic>
        <p:nvPicPr>
          <p:cNvPr id="12" name="Picture 11">
            <a:extLst>
              <a:ext uri="{FF2B5EF4-FFF2-40B4-BE49-F238E27FC236}">
                <a16:creationId xmlns:a16="http://schemas.microsoft.com/office/drawing/2014/main" id="{4C4D5950-1550-00E1-FAFE-A519B195CBC1}"/>
              </a:ext>
            </a:extLst>
          </p:cNvPr>
          <p:cNvPicPr>
            <a:picLocks noChangeAspect="1"/>
          </p:cNvPicPr>
          <p:nvPr/>
        </p:nvPicPr>
        <p:blipFill>
          <a:blip r:embed="rId6"/>
          <a:srcRect l="16858" r="19714" b="3"/>
          <a:stretch>
            <a:fillRect/>
          </a:stretch>
        </p:blipFill>
        <p:spPr>
          <a:xfrm>
            <a:off x="8918761" y="-4331"/>
            <a:ext cx="3273238" cy="3383891"/>
          </a:xfrm>
          <a:custGeom>
            <a:avLst/>
            <a:gdLst/>
            <a:ahLst/>
            <a:cxnLst/>
            <a:rect l="l" t="t" r="r" b="b"/>
            <a:pathLst>
              <a:path w="3273238" h="3383891">
                <a:moveTo>
                  <a:pt x="122841" y="0"/>
                </a:moveTo>
                <a:lnTo>
                  <a:pt x="3273238" y="0"/>
                </a:lnTo>
                <a:lnTo>
                  <a:pt x="3273238" y="3291335"/>
                </a:lnTo>
                <a:lnTo>
                  <a:pt x="3118338" y="3331164"/>
                </a:lnTo>
                <a:cubicBezTo>
                  <a:pt x="2949390" y="3365736"/>
                  <a:pt x="2774463" y="3383891"/>
                  <a:pt x="2595295" y="3383891"/>
                </a:cubicBezTo>
                <a:cubicBezTo>
                  <a:pt x="1161953" y="3383891"/>
                  <a:pt x="0" y="2221938"/>
                  <a:pt x="0" y="788596"/>
                </a:cubicBezTo>
                <a:cubicBezTo>
                  <a:pt x="0" y="519845"/>
                  <a:pt x="40850" y="260634"/>
                  <a:pt x="116679" y="16835"/>
                </a:cubicBezTo>
                <a:close/>
              </a:path>
            </a:pathLst>
          </a:custGeom>
        </p:spPr>
      </p:pic>
      <p:sp>
        <p:nvSpPr>
          <p:cNvPr id="4" name="Footer Placeholder 3">
            <a:extLst>
              <a:ext uri="{FF2B5EF4-FFF2-40B4-BE49-F238E27FC236}">
                <a16:creationId xmlns:a16="http://schemas.microsoft.com/office/drawing/2014/main" id="{BA0E7650-DE13-B42D-3B8D-EB10E30FE8A5}"/>
              </a:ext>
            </a:extLst>
          </p:cNvPr>
          <p:cNvSpPr>
            <a:spLocks noGrp="1"/>
          </p:cNvSpPr>
          <p:nvPr>
            <p:ph type="ftr" sz="quarter" idx="11"/>
          </p:nvPr>
        </p:nvSpPr>
        <p:spPr>
          <a:xfrm>
            <a:off x="5966063" y="6199632"/>
            <a:ext cx="3100242" cy="365760"/>
          </a:xfrm>
        </p:spPr>
        <p:txBody>
          <a:bodyPr vert="horz" lIns="91440" tIns="45720" rIns="91440" bIns="45720" rtlCol="0" anchor="ctr">
            <a:normAutofit/>
          </a:bodyPr>
          <a:lstStyle/>
          <a:p>
            <a:pPr algn="r">
              <a:spcAft>
                <a:spcPts val="600"/>
              </a:spcAft>
            </a:pPr>
            <a:r>
              <a:rPr lang="en-US" sz="1100" kern="1200">
                <a:solidFill>
                  <a:schemeClr val="tx1">
                    <a:alpha val="80000"/>
                  </a:schemeClr>
                </a:solidFill>
                <a:latin typeface="+mn-lt"/>
                <a:ea typeface="+mn-ea"/>
                <a:cs typeface="+mn-cs"/>
              </a:rPr>
              <a:t>Capstone Project by Lavinia Poutu - April 2026</a:t>
            </a:r>
          </a:p>
        </p:txBody>
      </p:sp>
      <p:sp>
        <p:nvSpPr>
          <p:cNvPr id="26" name="Freeform: Shape 25">
            <a:extLst>
              <a:ext uri="{FF2B5EF4-FFF2-40B4-BE49-F238E27FC236}">
                <a16:creationId xmlns:a16="http://schemas.microsoft.com/office/drawing/2014/main" id="{CB14CE1B-4BC5-4EF2-BE3D-05E4F580B3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99331" y="3907418"/>
            <a:ext cx="2992669" cy="2950582"/>
          </a:xfrm>
          <a:custGeom>
            <a:avLst/>
            <a:gdLst>
              <a:gd name="connsiteX0" fmla="*/ 2052140 w 2992669"/>
              <a:gd name="connsiteY0" fmla="*/ 0 h 2950582"/>
              <a:gd name="connsiteX1" fmla="*/ 2850926 w 2992669"/>
              <a:gd name="connsiteY1" fmla="*/ 161267 h 2950582"/>
              <a:gd name="connsiteX2" fmla="*/ 2992669 w 2992669"/>
              <a:gd name="connsiteY2" fmla="*/ 229549 h 2950582"/>
              <a:gd name="connsiteX3" fmla="*/ 2992669 w 2992669"/>
              <a:gd name="connsiteY3" fmla="*/ 2950582 h 2950582"/>
              <a:gd name="connsiteX4" fmla="*/ 209274 w 2992669"/>
              <a:gd name="connsiteY4" fmla="*/ 2950582 h 2950582"/>
              <a:gd name="connsiteX5" fmla="*/ 161267 w 2992669"/>
              <a:gd name="connsiteY5" fmla="*/ 2850926 h 2950582"/>
              <a:gd name="connsiteX6" fmla="*/ 0 w 2992669"/>
              <a:gd name="connsiteY6" fmla="*/ 2052140 h 2950582"/>
              <a:gd name="connsiteX7" fmla="*/ 2052140 w 2992669"/>
              <a:gd name="connsiteY7" fmla="*/ 0 h 29505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992669" h="2950582">
                <a:moveTo>
                  <a:pt x="2052140" y="0"/>
                </a:moveTo>
                <a:cubicBezTo>
                  <a:pt x="2335482" y="0"/>
                  <a:pt x="2605411" y="57424"/>
                  <a:pt x="2850926" y="161267"/>
                </a:cubicBezTo>
                <a:lnTo>
                  <a:pt x="2992669" y="229549"/>
                </a:lnTo>
                <a:lnTo>
                  <a:pt x="2992669" y="2950582"/>
                </a:lnTo>
                <a:lnTo>
                  <a:pt x="209274" y="2950582"/>
                </a:lnTo>
                <a:lnTo>
                  <a:pt x="161267" y="2850926"/>
                </a:lnTo>
                <a:cubicBezTo>
                  <a:pt x="57423" y="2605411"/>
                  <a:pt x="0" y="2335482"/>
                  <a:pt x="0" y="2052140"/>
                </a:cubicBezTo>
                <a:cubicBezTo>
                  <a:pt x="0" y="918774"/>
                  <a:pt x="918774" y="0"/>
                  <a:pt x="2052140" y="0"/>
                </a:cubicBezTo>
                <a:close/>
              </a:path>
            </a:pathLst>
          </a:cu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13" name="Picture 12">
            <a:extLst>
              <a:ext uri="{FF2B5EF4-FFF2-40B4-BE49-F238E27FC236}">
                <a16:creationId xmlns:a16="http://schemas.microsoft.com/office/drawing/2014/main" id="{3DBCD95D-5EA6-49F2-36AE-24DF52A28A6F}"/>
              </a:ext>
            </a:extLst>
          </p:cNvPr>
          <p:cNvPicPr>
            <a:picLocks noChangeAspect="1"/>
          </p:cNvPicPr>
          <p:nvPr/>
        </p:nvPicPr>
        <p:blipFill>
          <a:blip r:embed="rId7"/>
          <a:srcRect l="14001" r="28643" b="-4"/>
          <a:stretch>
            <a:fillRect/>
          </a:stretch>
        </p:blipFill>
        <p:spPr>
          <a:xfrm>
            <a:off x="9363236" y="4071322"/>
            <a:ext cx="2828765" cy="2786678"/>
          </a:xfrm>
          <a:custGeom>
            <a:avLst/>
            <a:gdLst/>
            <a:ahLst/>
            <a:cxnLst/>
            <a:rect l="l" t="t" r="r" b="b"/>
            <a:pathLst>
              <a:path w="2828765" h="2786678">
                <a:moveTo>
                  <a:pt x="1888236" y="0"/>
                </a:moveTo>
                <a:cubicBezTo>
                  <a:pt x="2214125" y="0"/>
                  <a:pt x="2520731" y="82558"/>
                  <a:pt x="2788281" y="227900"/>
                </a:cubicBezTo>
                <a:lnTo>
                  <a:pt x="2828765" y="252495"/>
                </a:lnTo>
                <a:lnTo>
                  <a:pt x="2828765" y="2786678"/>
                </a:lnTo>
                <a:lnTo>
                  <a:pt x="227128" y="2786678"/>
                </a:lnTo>
                <a:lnTo>
                  <a:pt x="148387" y="2623223"/>
                </a:lnTo>
                <a:cubicBezTo>
                  <a:pt x="52837" y="2397318"/>
                  <a:pt x="0" y="2148947"/>
                  <a:pt x="0" y="1888236"/>
                </a:cubicBezTo>
                <a:cubicBezTo>
                  <a:pt x="0" y="845392"/>
                  <a:pt x="845392" y="0"/>
                  <a:pt x="1888236" y="0"/>
                </a:cubicBezTo>
                <a:close/>
              </a:path>
            </a:pathLst>
          </a:custGeom>
        </p:spPr>
      </p:pic>
      <p:sp>
        <p:nvSpPr>
          <p:cNvPr id="2" name="Slide Number Placeholder 1">
            <a:extLst>
              <a:ext uri="{FF2B5EF4-FFF2-40B4-BE49-F238E27FC236}">
                <a16:creationId xmlns:a16="http://schemas.microsoft.com/office/drawing/2014/main" id="{2B441AF1-06C9-42B0-836E-C73062540598}"/>
              </a:ext>
            </a:extLst>
          </p:cNvPr>
          <p:cNvSpPr>
            <a:spLocks noGrp="1"/>
          </p:cNvSpPr>
          <p:nvPr>
            <p:ph type="sldNum" sz="quarter" idx="12"/>
          </p:nvPr>
        </p:nvSpPr>
        <p:spPr>
          <a:xfrm>
            <a:off x="11406718" y="6108192"/>
            <a:ext cx="548640" cy="548640"/>
          </a:xfrm>
          <a:prstGeom prst="ellipse">
            <a:avLst/>
          </a:prstGeom>
          <a:solidFill>
            <a:srgbClr val="7F7F7F"/>
          </a:solidFill>
        </p:spPr>
        <p:txBody>
          <a:bodyPr vert="horz" lIns="91440" tIns="45720" rIns="91440" bIns="45720" rtlCol="0" anchor="ctr">
            <a:normAutofit/>
          </a:bodyPr>
          <a:lstStyle/>
          <a:p>
            <a:pPr algn="ctr">
              <a:spcAft>
                <a:spcPts val="600"/>
              </a:spcAft>
            </a:pPr>
            <a:fld id="{CC85BB5F-1EAE-4028-A1B9-97806A69F1AE}" type="slidenum">
              <a:rPr lang="en-US" sz="1500">
                <a:solidFill>
                  <a:srgbClr val="FFFFFF"/>
                </a:solidFill>
              </a:rPr>
              <a:pPr algn="ctr">
                <a:spcAft>
                  <a:spcPts val="600"/>
                </a:spcAft>
              </a:pPr>
              <a:t>13</a:t>
            </a:fld>
            <a:endParaRPr lang="en-US" sz="1500">
              <a:solidFill>
                <a:srgbClr val="FFFFFF"/>
              </a:solidFill>
            </a:endParaRPr>
          </a:p>
        </p:txBody>
      </p:sp>
      <p:sp>
        <p:nvSpPr>
          <p:cNvPr id="6" name="AutoShape 2" descr="Welcome to Aotearoa">
            <a:extLst>
              <a:ext uri="{FF2B5EF4-FFF2-40B4-BE49-F238E27FC236}">
                <a16:creationId xmlns:a16="http://schemas.microsoft.com/office/drawing/2014/main" id="{06B23EEB-74C8-700C-2756-2B54FECA00E2}"/>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NZ"/>
          </a:p>
        </p:txBody>
      </p:sp>
    </p:spTree>
    <p:extLst>
      <p:ext uri="{BB962C8B-B14F-4D97-AF65-F5344CB8AC3E}">
        <p14:creationId xmlns:p14="http://schemas.microsoft.com/office/powerpoint/2010/main" val="55968911"/>
      </p:ext>
    </p:extLst>
  </p:cSld>
  <p:clrMapOvr>
    <a:overrideClrMapping bg1="dk1" tx1="lt1" bg2="dk2" tx2="lt2" accent1="accent1" accent2="accent2" accent3="accent3" accent4="accent4" accent5="accent5" accent6="accent6" hlink="hlink" folHlink="folHlink"/>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02E007-0673-2E48-0131-87B9217806A3}"/>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15F90F22-9A5C-9DBC-3CE6-EBF1D7E6CA2C}"/>
              </a:ext>
            </a:extLst>
          </p:cNvPr>
          <p:cNvSpPr>
            <a:spLocks noGrp="1"/>
          </p:cNvSpPr>
          <p:nvPr>
            <p:ph type="ftr" sz="quarter" idx="11"/>
          </p:nvPr>
        </p:nvSpPr>
        <p:spPr>
          <a:xfrm>
            <a:off x="7039201" y="6277692"/>
            <a:ext cx="4114800" cy="365125"/>
          </a:xfrm>
        </p:spPr>
        <p:txBody>
          <a:bodyPr/>
          <a:lstStyle/>
          <a:p>
            <a:r>
              <a:rPr lang="en-US"/>
              <a:t>Capstone Project by Lavinia Poutu - April 2026</a:t>
            </a:r>
            <a:endParaRPr lang="en-NZ" dirty="0"/>
          </a:p>
        </p:txBody>
      </p:sp>
      <p:sp>
        <p:nvSpPr>
          <p:cNvPr id="6" name="AutoShape 2" descr="Welcome to Aotearoa">
            <a:extLst>
              <a:ext uri="{FF2B5EF4-FFF2-40B4-BE49-F238E27FC236}">
                <a16:creationId xmlns:a16="http://schemas.microsoft.com/office/drawing/2014/main" id="{2F7578C9-0B08-3505-0173-D3EB868E62C1}"/>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NZ"/>
          </a:p>
        </p:txBody>
      </p:sp>
      <p:sp>
        <p:nvSpPr>
          <p:cNvPr id="11" name="TextBox 10">
            <a:extLst>
              <a:ext uri="{FF2B5EF4-FFF2-40B4-BE49-F238E27FC236}">
                <a16:creationId xmlns:a16="http://schemas.microsoft.com/office/drawing/2014/main" id="{245E7F59-43F0-FBC0-EF90-4252A955F183}"/>
              </a:ext>
            </a:extLst>
          </p:cNvPr>
          <p:cNvSpPr txBox="1"/>
          <p:nvPr/>
        </p:nvSpPr>
        <p:spPr>
          <a:xfrm>
            <a:off x="6401333" y="192722"/>
            <a:ext cx="5390535" cy="1200329"/>
          </a:xfrm>
          <a:prstGeom prst="rect">
            <a:avLst/>
          </a:prstGeom>
          <a:noFill/>
        </p:spPr>
        <p:txBody>
          <a:bodyPr wrap="square" rtlCol="0">
            <a:spAutoFit/>
          </a:bodyPr>
          <a:lstStyle/>
          <a:p>
            <a:pPr algn="ctr"/>
            <a:r>
              <a:rPr lang="en-NZ" sz="3600" b="1"/>
              <a:t>UI Design Concept and Wireframe Design</a:t>
            </a:r>
            <a:endParaRPr lang="en-NZ" sz="3600" b="1" dirty="0"/>
          </a:p>
        </p:txBody>
      </p:sp>
      <p:pic>
        <p:nvPicPr>
          <p:cNvPr id="13" name="Picture 12">
            <a:extLst>
              <a:ext uri="{FF2B5EF4-FFF2-40B4-BE49-F238E27FC236}">
                <a16:creationId xmlns:a16="http://schemas.microsoft.com/office/drawing/2014/main" id="{34E1547A-5AD6-C791-8244-CC6ECD7A045E}"/>
              </a:ext>
            </a:extLst>
          </p:cNvPr>
          <p:cNvPicPr>
            <a:picLocks noChangeAspect="1"/>
          </p:cNvPicPr>
          <p:nvPr/>
        </p:nvPicPr>
        <p:blipFill>
          <a:blip r:embed="rId3"/>
          <a:stretch>
            <a:fillRect/>
          </a:stretch>
        </p:blipFill>
        <p:spPr>
          <a:xfrm>
            <a:off x="14378" y="0"/>
            <a:ext cx="5981372" cy="6858000"/>
          </a:xfrm>
          <a:prstGeom prst="rect">
            <a:avLst/>
          </a:prstGeom>
        </p:spPr>
      </p:pic>
      <p:sp>
        <p:nvSpPr>
          <p:cNvPr id="18" name="Title 1">
            <a:extLst>
              <a:ext uri="{FF2B5EF4-FFF2-40B4-BE49-F238E27FC236}">
                <a16:creationId xmlns:a16="http://schemas.microsoft.com/office/drawing/2014/main" id="{61101B12-68B1-638C-658C-B9A03E43BB47}"/>
              </a:ext>
            </a:extLst>
          </p:cNvPr>
          <p:cNvSpPr txBox="1">
            <a:spLocks/>
          </p:cNvSpPr>
          <p:nvPr/>
        </p:nvSpPr>
        <p:spPr>
          <a:xfrm>
            <a:off x="183556" y="0"/>
            <a:ext cx="5643015" cy="1142593"/>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NZ"/>
              <a:t>Tairawhiti Rising</a:t>
            </a:r>
            <a:endParaRPr lang="en-NZ" dirty="0"/>
          </a:p>
        </p:txBody>
      </p:sp>
      <p:sp>
        <p:nvSpPr>
          <p:cNvPr id="2" name="Slide Number Placeholder 1">
            <a:extLst>
              <a:ext uri="{FF2B5EF4-FFF2-40B4-BE49-F238E27FC236}">
                <a16:creationId xmlns:a16="http://schemas.microsoft.com/office/drawing/2014/main" id="{22282812-2ED4-1BC5-648E-EA322D1C85AE}"/>
              </a:ext>
            </a:extLst>
          </p:cNvPr>
          <p:cNvSpPr>
            <a:spLocks noGrp="1"/>
          </p:cNvSpPr>
          <p:nvPr>
            <p:ph type="sldNum" sz="quarter" idx="12"/>
          </p:nvPr>
        </p:nvSpPr>
        <p:spPr/>
        <p:txBody>
          <a:bodyPr/>
          <a:lstStyle/>
          <a:p>
            <a:fld id="{CC85BB5F-1EAE-4028-A1B9-97806A69F1AE}" type="slidenum">
              <a:rPr lang="en-NZ" smtClean="0"/>
              <a:t>14</a:t>
            </a:fld>
            <a:endParaRPr lang="en-NZ"/>
          </a:p>
        </p:txBody>
      </p:sp>
      <p:pic>
        <p:nvPicPr>
          <p:cNvPr id="15" name="Picture 14">
            <a:extLst>
              <a:ext uri="{FF2B5EF4-FFF2-40B4-BE49-F238E27FC236}">
                <a16:creationId xmlns:a16="http://schemas.microsoft.com/office/drawing/2014/main" id="{C14D7C8F-0FC8-C663-4BC1-74AF4ED071ED}"/>
              </a:ext>
            </a:extLst>
          </p:cNvPr>
          <p:cNvPicPr>
            <a:picLocks noChangeAspect="1"/>
          </p:cNvPicPr>
          <p:nvPr/>
        </p:nvPicPr>
        <p:blipFill>
          <a:blip r:embed="rId4"/>
          <a:stretch>
            <a:fillRect/>
          </a:stretch>
        </p:blipFill>
        <p:spPr>
          <a:xfrm>
            <a:off x="8388579" y="1508898"/>
            <a:ext cx="3696618" cy="3828011"/>
          </a:xfrm>
          <a:prstGeom prst="rect">
            <a:avLst/>
          </a:prstGeom>
        </p:spPr>
      </p:pic>
      <p:pic>
        <p:nvPicPr>
          <p:cNvPr id="12" name="Picture 11">
            <a:extLst>
              <a:ext uri="{FF2B5EF4-FFF2-40B4-BE49-F238E27FC236}">
                <a16:creationId xmlns:a16="http://schemas.microsoft.com/office/drawing/2014/main" id="{AE5AC39C-3245-2B34-F24A-2F8FB0BF4CAF}"/>
              </a:ext>
            </a:extLst>
          </p:cNvPr>
          <p:cNvPicPr>
            <a:picLocks noChangeAspect="1"/>
          </p:cNvPicPr>
          <p:nvPr/>
        </p:nvPicPr>
        <p:blipFill>
          <a:blip r:embed="rId5"/>
          <a:stretch>
            <a:fillRect/>
          </a:stretch>
        </p:blipFill>
        <p:spPr>
          <a:xfrm>
            <a:off x="6095999" y="1471710"/>
            <a:ext cx="3317789" cy="3865199"/>
          </a:xfrm>
          <a:prstGeom prst="rect">
            <a:avLst/>
          </a:prstGeom>
        </p:spPr>
      </p:pic>
      <p:pic>
        <p:nvPicPr>
          <p:cNvPr id="9" name="Picture 8">
            <a:extLst>
              <a:ext uri="{FF2B5EF4-FFF2-40B4-BE49-F238E27FC236}">
                <a16:creationId xmlns:a16="http://schemas.microsoft.com/office/drawing/2014/main" id="{3DC9058E-F04E-46CE-18C3-62F415BC5304}"/>
              </a:ext>
            </a:extLst>
          </p:cNvPr>
          <p:cNvPicPr>
            <a:picLocks noChangeAspect="1"/>
          </p:cNvPicPr>
          <p:nvPr/>
        </p:nvPicPr>
        <p:blipFill>
          <a:blip r:embed="rId6"/>
          <a:stretch>
            <a:fillRect/>
          </a:stretch>
        </p:blipFill>
        <p:spPr>
          <a:xfrm>
            <a:off x="3342584" y="1471709"/>
            <a:ext cx="3696617" cy="3865199"/>
          </a:xfrm>
          <a:prstGeom prst="rect">
            <a:avLst/>
          </a:prstGeom>
        </p:spPr>
      </p:pic>
      <p:pic>
        <p:nvPicPr>
          <p:cNvPr id="5" name="Picture 4">
            <a:extLst>
              <a:ext uri="{FF2B5EF4-FFF2-40B4-BE49-F238E27FC236}">
                <a16:creationId xmlns:a16="http://schemas.microsoft.com/office/drawing/2014/main" id="{B8FD51AC-DDF1-FEEA-2304-A3101BB35921}"/>
              </a:ext>
            </a:extLst>
          </p:cNvPr>
          <p:cNvPicPr>
            <a:picLocks noChangeAspect="1"/>
          </p:cNvPicPr>
          <p:nvPr/>
        </p:nvPicPr>
        <p:blipFill>
          <a:blip r:embed="rId7"/>
          <a:stretch>
            <a:fillRect/>
          </a:stretch>
        </p:blipFill>
        <p:spPr>
          <a:xfrm>
            <a:off x="258902" y="1471708"/>
            <a:ext cx="4488284" cy="3865199"/>
          </a:xfrm>
          <a:prstGeom prst="rect">
            <a:avLst/>
          </a:prstGeom>
        </p:spPr>
      </p:pic>
    </p:spTree>
    <p:extLst>
      <p:ext uri="{BB962C8B-B14F-4D97-AF65-F5344CB8AC3E}">
        <p14:creationId xmlns:p14="http://schemas.microsoft.com/office/powerpoint/2010/main" val="21502278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8B9516-50C7-8366-C19C-9B8FAC2AFF1A}"/>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29C8D05C-F318-7FA5-338D-CFAABE30C591}"/>
              </a:ext>
            </a:extLst>
          </p:cNvPr>
          <p:cNvSpPr>
            <a:spLocks noGrp="1"/>
          </p:cNvSpPr>
          <p:nvPr>
            <p:ph type="ftr" sz="quarter" idx="11"/>
          </p:nvPr>
        </p:nvSpPr>
        <p:spPr>
          <a:xfrm>
            <a:off x="7039201" y="6277692"/>
            <a:ext cx="4114800" cy="365125"/>
          </a:xfrm>
        </p:spPr>
        <p:txBody>
          <a:bodyPr/>
          <a:lstStyle/>
          <a:p>
            <a:r>
              <a:rPr lang="en-US" dirty="0"/>
              <a:t>Capstone Project by Lavinia Poutu - April 2026</a:t>
            </a:r>
            <a:endParaRPr lang="en-NZ" dirty="0"/>
          </a:p>
        </p:txBody>
      </p:sp>
      <p:sp>
        <p:nvSpPr>
          <p:cNvPr id="6" name="AutoShape 2" descr="Welcome to Aotearoa">
            <a:extLst>
              <a:ext uri="{FF2B5EF4-FFF2-40B4-BE49-F238E27FC236}">
                <a16:creationId xmlns:a16="http://schemas.microsoft.com/office/drawing/2014/main" id="{0F921E60-7A91-0655-EDB2-A9E3A5F840BB}"/>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NZ"/>
          </a:p>
        </p:txBody>
      </p:sp>
      <p:sp>
        <p:nvSpPr>
          <p:cNvPr id="11" name="TextBox 10">
            <a:extLst>
              <a:ext uri="{FF2B5EF4-FFF2-40B4-BE49-F238E27FC236}">
                <a16:creationId xmlns:a16="http://schemas.microsoft.com/office/drawing/2014/main" id="{DFB7D763-FC94-2CCF-3CA5-E2B513B85765}"/>
              </a:ext>
            </a:extLst>
          </p:cNvPr>
          <p:cNvSpPr txBox="1"/>
          <p:nvPr/>
        </p:nvSpPr>
        <p:spPr>
          <a:xfrm>
            <a:off x="6096000" y="496262"/>
            <a:ext cx="5390535" cy="646331"/>
          </a:xfrm>
          <a:prstGeom prst="rect">
            <a:avLst/>
          </a:prstGeom>
          <a:noFill/>
        </p:spPr>
        <p:txBody>
          <a:bodyPr wrap="square" rtlCol="0">
            <a:spAutoFit/>
          </a:bodyPr>
          <a:lstStyle/>
          <a:p>
            <a:pPr algn="ctr"/>
            <a:r>
              <a:rPr lang="en-NZ" sz="3600" b="1" dirty="0"/>
              <a:t>Out of Scope</a:t>
            </a:r>
          </a:p>
        </p:txBody>
      </p:sp>
      <p:pic>
        <p:nvPicPr>
          <p:cNvPr id="13" name="Picture 12">
            <a:extLst>
              <a:ext uri="{FF2B5EF4-FFF2-40B4-BE49-F238E27FC236}">
                <a16:creationId xmlns:a16="http://schemas.microsoft.com/office/drawing/2014/main" id="{60B81F69-18E3-7172-938B-DBD8E26868DC}"/>
              </a:ext>
            </a:extLst>
          </p:cNvPr>
          <p:cNvPicPr>
            <a:picLocks noChangeAspect="1"/>
          </p:cNvPicPr>
          <p:nvPr/>
        </p:nvPicPr>
        <p:blipFill>
          <a:blip r:embed="rId3"/>
          <a:stretch>
            <a:fillRect/>
          </a:stretch>
        </p:blipFill>
        <p:spPr>
          <a:xfrm>
            <a:off x="14378" y="0"/>
            <a:ext cx="5981372" cy="6858000"/>
          </a:xfrm>
          <a:prstGeom prst="rect">
            <a:avLst/>
          </a:prstGeom>
        </p:spPr>
      </p:pic>
      <p:sp>
        <p:nvSpPr>
          <p:cNvPr id="18" name="Title 1">
            <a:extLst>
              <a:ext uri="{FF2B5EF4-FFF2-40B4-BE49-F238E27FC236}">
                <a16:creationId xmlns:a16="http://schemas.microsoft.com/office/drawing/2014/main" id="{BD94CD62-CE55-2A15-E274-EA19B76F3D4A}"/>
              </a:ext>
            </a:extLst>
          </p:cNvPr>
          <p:cNvSpPr txBox="1">
            <a:spLocks/>
          </p:cNvSpPr>
          <p:nvPr/>
        </p:nvSpPr>
        <p:spPr>
          <a:xfrm>
            <a:off x="183556" y="0"/>
            <a:ext cx="5643015" cy="1142593"/>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NZ" dirty="0"/>
              <a:t>Tairawhiti Rising</a:t>
            </a:r>
          </a:p>
        </p:txBody>
      </p:sp>
      <p:sp>
        <p:nvSpPr>
          <p:cNvPr id="2" name="Slide Number Placeholder 1">
            <a:extLst>
              <a:ext uri="{FF2B5EF4-FFF2-40B4-BE49-F238E27FC236}">
                <a16:creationId xmlns:a16="http://schemas.microsoft.com/office/drawing/2014/main" id="{060325E9-9B3A-5A49-4735-C0BE9F9AC41F}"/>
              </a:ext>
            </a:extLst>
          </p:cNvPr>
          <p:cNvSpPr>
            <a:spLocks noGrp="1"/>
          </p:cNvSpPr>
          <p:nvPr>
            <p:ph type="sldNum" sz="quarter" idx="12"/>
          </p:nvPr>
        </p:nvSpPr>
        <p:spPr/>
        <p:txBody>
          <a:bodyPr/>
          <a:lstStyle/>
          <a:p>
            <a:fld id="{CC85BB5F-1EAE-4028-A1B9-97806A69F1AE}" type="slidenum">
              <a:rPr lang="en-NZ" smtClean="0"/>
              <a:t>15</a:t>
            </a:fld>
            <a:endParaRPr lang="en-NZ"/>
          </a:p>
        </p:txBody>
      </p:sp>
      <p:pic>
        <p:nvPicPr>
          <p:cNvPr id="7" name="Picture 6">
            <a:extLst>
              <a:ext uri="{FF2B5EF4-FFF2-40B4-BE49-F238E27FC236}">
                <a16:creationId xmlns:a16="http://schemas.microsoft.com/office/drawing/2014/main" id="{667E8BF1-1984-BF38-894A-744523AEEC21}"/>
              </a:ext>
            </a:extLst>
          </p:cNvPr>
          <p:cNvPicPr>
            <a:picLocks noChangeAspect="1"/>
          </p:cNvPicPr>
          <p:nvPr/>
        </p:nvPicPr>
        <p:blipFill>
          <a:blip r:embed="rId4"/>
          <a:stretch>
            <a:fillRect/>
          </a:stretch>
        </p:blipFill>
        <p:spPr>
          <a:xfrm>
            <a:off x="2446637" y="1666405"/>
            <a:ext cx="5078627" cy="3634954"/>
          </a:xfrm>
          <a:prstGeom prst="rect">
            <a:avLst/>
          </a:prstGeom>
        </p:spPr>
      </p:pic>
      <p:sp>
        <p:nvSpPr>
          <p:cNvPr id="8" name="TextBox 7">
            <a:extLst>
              <a:ext uri="{FF2B5EF4-FFF2-40B4-BE49-F238E27FC236}">
                <a16:creationId xmlns:a16="http://schemas.microsoft.com/office/drawing/2014/main" id="{31D7A99C-745B-72AE-2677-D7D95BFCD8B4}"/>
              </a:ext>
            </a:extLst>
          </p:cNvPr>
          <p:cNvSpPr txBox="1"/>
          <p:nvPr/>
        </p:nvSpPr>
        <p:spPr>
          <a:xfrm>
            <a:off x="8003060" y="1859339"/>
            <a:ext cx="3484605" cy="3139321"/>
          </a:xfrm>
          <a:prstGeom prst="rect">
            <a:avLst/>
          </a:prstGeom>
          <a:noFill/>
        </p:spPr>
        <p:txBody>
          <a:bodyPr wrap="square" rtlCol="0">
            <a:spAutoFit/>
          </a:bodyPr>
          <a:lstStyle/>
          <a:p>
            <a:pPr marL="285750" indent="-285750">
              <a:buFont typeface="Arial" panose="020B0604020202020204" pitchFamily="34" charset="0"/>
              <a:buChar char="•"/>
            </a:pPr>
            <a:r>
              <a:rPr lang="en-NZ" dirty="0"/>
              <a:t>Dashboard Functionality</a:t>
            </a:r>
          </a:p>
          <a:p>
            <a:pPr marL="285750" indent="-285750">
              <a:buFont typeface="Arial" panose="020B0604020202020204" pitchFamily="34" charset="0"/>
              <a:buChar char="•"/>
            </a:pPr>
            <a:endParaRPr lang="en-NZ" dirty="0"/>
          </a:p>
          <a:p>
            <a:pPr marL="285750" indent="-285750">
              <a:buFont typeface="Arial" panose="020B0604020202020204" pitchFamily="34" charset="0"/>
              <a:buChar char="•"/>
            </a:pPr>
            <a:r>
              <a:rPr lang="en-NZ" dirty="0"/>
              <a:t>Profile Personalisation</a:t>
            </a:r>
          </a:p>
          <a:p>
            <a:pPr marL="285750" indent="-285750">
              <a:buFont typeface="Arial" panose="020B0604020202020204" pitchFamily="34" charset="0"/>
              <a:buChar char="•"/>
            </a:pPr>
            <a:endParaRPr lang="en-NZ" dirty="0"/>
          </a:p>
          <a:p>
            <a:pPr marL="285750" indent="-285750">
              <a:buFont typeface="Arial" panose="020B0604020202020204" pitchFamily="34" charset="0"/>
              <a:buChar char="•"/>
            </a:pPr>
            <a:r>
              <a:rPr lang="en-NZ" dirty="0"/>
              <a:t>Security / Privacy Functions</a:t>
            </a:r>
          </a:p>
          <a:p>
            <a:pPr marL="285750" indent="-285750">
              <a:buFont typeface="Arial" panose="020B0604020202020204" pitchFamily="34" charset="0"/>
              <a:buChar char="•"/>
            </a:pPr>
            <a:endParaRPr lang="en-NZ" dirty="0"/>
          </a:p>
          <a:p>
            <a:pPr marL="285750" indent="-285750">
              <a:buFont typeface="Arial" panose="020B0604020202020204" pitchFamily="34" charset="0"/>
              <a:buChar char="•"/>
            </a:pPr>
            <a:r>
              <a:rPr lang="en-NZ" dirty="0"/>
              <a:t>Additional features - search filters, guidelines, templates and ability to upload documents</a:t>
            </a:r>
          </a:p>
          <a:p>
            <a:pPr marL="285750" indent="-285750">
              <a:buFont typeface="Arial" panose="020B0604020202020204" pitchFamily="34" charset="0"/>
              <a:buChar char="•"/>
            </a:pPr>
            <a:endParaRPr lang="en-NZ" dirty="0"/>
          </a:p>
        </p:txBody>
      </p:sp>
    </p:spTree>
    <p:extLst>
      <p:ext uri="{BB962C8B-B14F-4D97-AF65-F5344CB8AC3E}">
        <p14:creationId xmlns:p14="http://schemas.microsoft.com/office/powerpoint/2010/main" val="11776132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303C0D-2D1D-3C2D-B4C4-FD12A4E0624C}"/>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56DF6BAD-820A-49DB-1F9A-D9CC08FF7053}"/>
              </a:ext>
            </a:extLst>
          </p:cNvPr>
          <p:cNvSpPr>
            <a:spLocks noGrp="1"/>
          </p:cNvSpPr>
          <p:nvPr>
            <p:ph type="ftr" sz="quarter" idx="11"/>
          </p:nvPr>
        </p:nvSpPr>
        <p:spPr>
          <a:xfrm>
            <a:off x="7039201" y="6277692"/>
            <a:ext cx="4114800" cy="365125"/>
          </a:xfrm>
        </p:spPr>
        <p:txBody>
          <a:bodyPr/>
          <a:lstStyle/>
          <a:p>
            <a:r>
              <a:rPr lang="en-US" dirty="0"/>
              <a:t>Capstone Project by Lavinia Poutu - April 2026</a:t>
            </a:r>
            <a:endParaRPr lang="en-NZ" dirty="0"/>
          </a:p>
        </p:txBody>
      </p:sp>
      <p:sp>
        <p:nvSpPr>
          <p:cNvPr id="6" name="AutoShape 2" descr="Welcome to Aotearoa">
            <a:extLst>
              <a:ext uri="{FF2B5EF4-FFF2-40B4-BE49-F238E27FC236}">
                <a16:creationId xmlns:a16="http://schemas.microsoft.com/office/drawing/2014/main" id="{C015A287-884A-CC5F-F138-DA53C20A9B24}"/>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NZ"/>
          </a:p>
        </p:txBody>
      </p:sp>
      <p:sp>
        <p:nvSpPr>
          <p:cNvPr id="11" name="TextBox 10">
            <a:extLst>
              <a:ext uri="{FF2B5EF4-FFF2-40B4-BE49-F238E27FC236}">
                <a16:creationId xmlns:a16="http://schemas.microsoft.com/office/drawing/2014/main" id="{227AD2FD-8093-47F9-1EA0-3ADBB6AD583C}"/>
              </a:ext>
            </a:extLst>
          </p:cNvPr>
          <p:cNvSpPr txBox="1"/>
          <p:nvPr/>
        </p:nvSpPr>
        <p:spPr>
          <a:xfrm>
            <a:off x="6248400" y="437971"/>
            <a:ext cx="5390535" cy="1200329"/>
          </a:xfrm>
          <a:prstGeom prst="rect">
            <a:avLst/>
          </a:prstGeom>
          <a:noFill/>
        </p:spPr>
        <p:txBody>
          <a:bodyPr wrap="square" rtlCol="0">
            <a:spAutoFit/>
          </a:bodyPr>
          <a:lstStyle/>
          <a:p>
            <a:pPr algn="ctr"/>
            <a:r>
              <a:rPr lang="en-NZ" sz="3600" b="1" dirty="0"/>
              <a:t>Non-Functional Requirements</a:t>
            </a:r>
          </a:p>
        </p:txBody>
      </p:sp>
      <p:pic>
        <p:nvPicPr>
          <p:cNvPr id="13" name="Picture 12">
            <a:extLst>
              <a:ext uri="{FF2B5EF4-FFF2-40B4-BE49-F238E27FC236}">
                <a16:creationId xmlns:a16="http://schemas.microsoft.com/office/drawing/2014/main" id="{8E96E8DA-FA57-BBF6-73F4-FD183B102057}"/>
              </a:ext>
            </a:extLst>
          </p:cNvPr>
          <p:cNvPicPr>
            <a:picLocks noChangeAspect="1"/>
          </p:cNvPicPr>
          <p:nvPr/>
        </p:nvPicPr>
        <p:blipFill>
          <a:blip r:embed="rId3"/>
          <a:stretch>
            <a:fillRect/>
          </a:stretch>
        </p:blipFill>
        <p:spPr>
          <a:xfrm>
            <a:off x="14378" y="0"/>
            <a:ext cx="5981372" cy="6858000"/>
          </a:xfrm>
          <a:prstGeom prst="rect">
            <a:avLst/>
          </a:prstGeom>
        </p:spPr>
      </p:pic>
      <p:sp>
        <p:nvSpPr>
          <p:cNvPr id="18" name="Title 1">
            <a:extLst>
              <a:ext uri="{FF2B5EF4-FFF2-40B4-BE49-F238E27FC236}">
                <a16:creationId xmlns:a16="http://schemas.microsoft.com/office/drawing/2014/main" id="{55A97D7D-A904-34CD-5183-B5F9A4FCADCE}"/>
              </a:ext>
            </a:extLst>
          </p:cNvPr>
          <p:cNvSpPr txBox="1">
            <a:spLocks/>
          </p:cNvSpPr>
          <p:nvPr/>
        </p:nvSpPr>
        <p:spPr>
          <a:xfrm>
            <a:off x="183556" y="0"/>
            <a:ext cx="5643015" cy="1142593"/>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NZ" dirty="0"/>
              <a:t>Tairawhiti Rising</a:t>
            </a:r>
          </a:p>
        </p:txBody>
      </p:sp>
      <p:sp>
        <p:nvSpPr>
          <p:cNvPr id="2" name="Slide Number Placeholder 1">
            <a:extLst>
              <a:ext uri="{FF2B5EF4-FFF2-40B4-BE49-F238E27FC236}">
                <a16:creationId xmlns:a16="http://schemas.microsoft.com/office/drawing/2014/main" id="{4228626D-28A5-4009-A590-1D4864ECB0D9}"/>
              </a:ext>
            </a:extLst>
          </p:cNvPr>
          <p:cNvSpPr>
            <a:spLocks noGrp="1"/>
          </p:cNvSpPr>
          <p:nvPr>
            <p:ph type="sldNum" sz="quarter" idx="12"/>
          </p:nvPr>
        </p:nvSpPr>
        <p:spPr/>
        <p:txBody>
          <a:bodyPr/>
          <a:lstStyle/>
          <a:p>
            <a:fld id="{CC85BB5F-1EAE-4028-A1B9-97806A69F1AE}" type="slidenum">
              <a:rPr lang="en-NZ" smtClean="0"/>
              <a:t>16</a:t>
            </a:fld>
            <a:endParaRPr lang="en-NZ"/>
          </a:p>
        </p:txBody>
      </p:sp>
      <p:sp>
        <p:nvSpPr>
          <p:cNvPr id="8" name="TextBox 7">
            <a:extLst>
              <a:ext uri="{FF2B5EF4-FFF2-40B4-BE49-F238E27FC236}">
                <a16:creationId xmlns:a16="http://schemas.microsoft.com/office/drawing/2014/main" id="{4AB4005B-808C-5076-B01F-629F9C53F9DF}"/>
              </a:ext>
            </a:extLst>
          </p:cNvPr>
          <p:cNvSpPr txBox="1"/>
          <p:nvPr/>
        </p:nvSpPr>
        <p:spPr>
          <a:xfrm>
            <a:off x="6248400" y="1965999"/>
            <a:ext cx="5344266" cy="3970318"/>
          </a:xfrm>
          <a:prstGeom prst="rect">
            <a:avLst/>
          </a:prstGeom>
          <a:noFill/>
        </p:spPr>
        <p:txBody>
          <a:bodyPr wrap="square" rtlCol="0">
            <a:spAutoFit/>
          </a:bodyPr>
          <a:lstStyle/>
          <a:p>
            <a:pPr marL="571500" indent="-571500">
              <a:buFont typeface="Arial" panose="020B0604020202020204" pitchFamily="34" charset="0"/>
              <a:buChar char="•"/>
            </a:pPr>
            <a:r>
              <a:rPr lang="en-NZ" sz="3600" dirty="0"/>
              <a:t>User Id for anonymity</a:t>
            </a:r>
          </a:p>
          <a:p>
            <a:pPr marL="571500" indent="-571500">
              <a:buFont typeface="Arial" panose="020B0604020202020204" pitchFamily="34" charset="0"/>
              <a:buChar char="•"/>
            </a:pPr>
            <a:r>
              <a:rPr lang="en-NZ" sz="3600" dirty="0"/>
              <a:t>Caters to a wide range of technical abilities</a:t>
            </a:r>
          </a:p>
          <a:p>
            <a:pPr marL="571500" indent="-571500">
              <a:buFont typeface="Arial" panose="020B0604020202020204" pitchFamily="34" charset="0"/>
              <a:buChar char="•"/>
            </a:pPr>
            <a:r>
              <a:rPr lang="en-NZ" sz="3600" dirty="0"/>
              <a:t>Quick response time</a:t>
            </a:r>
          </a:p>
          <a:p>
            <a:pPr marL="571500" indent="-571500">
              <a:buFont typeface="Arial" panose="020B0604020202020204" pitchFamily="34" charset="0"/>
              <a:buChar char="•"/>
            </a:pPr>
            <a:r>
              <a:rPr lang="en-NZ" sz="3600" dirty="0"/>
              <a:t>Designed for scalability and future feature addition</a:t>
            </a:r>
          </a:p>
        </p:txBody>
      </p:sp>
    </p:spTree>
    <p:extLst>
      <p:ext uri="{BB962C8B-B14F-4D97-AF65-F5344CB8AC3E}">
        <p14:creationId xmlns:p14="http://schemas.microsoft.com/office/powerpoint/2010/main" val="21501040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AB7A4D-77D7-35F4-2356-9D0A7710BEE5}"/>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D9DDBA7E-9548-2B6F-04CD-693099D6FBE5}"/>
              </a:ext>
            </a:extLst>
          </p:cNvPr>
          <p:cNvSpPr>
            <a:spLocks noGrp="1"/>
          </p:cNvSpPr>
          <p:nvPr>
            <p:ph type="ftr" sz="quarter" idx="11"/>
          </p:nvPr>
        </p:nvSpPr>
        <p:spPr>
          <a:xfrm>
            <a:off x="7039201" y="6277692"/>
            <a:ext cx="4114800" cy="365125"/>
          </a:xfrm>
        </p:spPr>
        <p:txBody>
          <a:bodyPr/>
          <a:lstStyle/>
          <a:p>
            <a:r>
              <a:rPr lang="en-US" dirty="0"/>
              <a:t>Capstone Project by Lavinia Poutu - April 2026</a:t>
            </a:r>
            <a:endParaRPr lang="en-NZ" dirty="0"/>
          </a:p>
        </p:txBody>
      </p:sp>
      <p:sp>
        <p:nvSpPr>
          <p:cNvPr id="6" name="AutoShape 2" descr="Welcome to Aotearoa">
            <a:extLst>
              <a:ext uri="{FF2B5EF4-FFF2-40B4-BE49-F238E27FC236}">
                <a16:creationId xmlns:a16="http://schemas.microsoft.com/office/drawing/2014/main" id="{39187FD5-066E-D5E5-8F0F-74919D00F1AD}"/>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NZ"/>
          </a:p>
        </p:txBody>
      </p:sp>
      <p:pic>
        <p:nvPicPr>
          <p:cNvPr id="13" name="Picture 12">
            <a:extLst>
              <a:ext uri="{FF2B5EF4-FFF2-40B4-BE49-F238E27FC236}">
                <a16:creationId xmlns:a16="http://schemas.microsoft.com/office/drawing/2014/main" id="{6607566A-1883-3328-CB8D-50DEAA8BCA59}"/>
              </a:ext>
            </a:extLst>
          </p:cNvPr>
          <p:cNvPicPr>
            <a:picLocks noChangeAspect="1"/>
          </p:cNvPicPr>
          <p:nvPr/>
        </p:nvPicPr>
        <p:blipFill>
          <a:blip r:embed="rId3"/>
          <a:stretch>
            <a:fillRect/>
          </a:stretch>
        </p:blipFill>
        <p:spPr>
          <a:xfrm>
            <a:off x="0" y="0"/>
            <a:ext cx="4129177" cy="6858000"/>
          </a:xfrm>
          <a:prstGeom prst="rect">
            <a:avLst/>
          </a:prstGeom>
        </p:spPr>
      </p:pic>
      <p:sp>
        <p:nvSpPr>
          <p:cNvPr id="11" name="TextBox 10">
            <a:extLst>
              <a:ext uri="{FF2B5EF4-FFF2-40B4-BE49-F238E27FC236}">
                <a16:creationId xmlns:a16="http://schemas.microsoft.com/office/drawing/2014/main" id="{C77272A3-16DB-BE48-CFC1-3E0D7271381F}"/>
              </a:ext>
            </a:extLst>
          </p:cNvPr>
          <p:cNvSpPr txBox="1"/>
          <p:nvPr/>
        </p:nvSpPr>
        <p:spPr>
          <a:xfrm>
            <a:off x="-764345" y="1016743"/>
            <a:ext cx="5390535" cy="646331"/>
          </a:xfrm>
          <a:prstGeom prst="rect">
            <a:avLst/>
          </a:prstGeom>
          <a:noFill/>
        </p:spPr>
        <p:txBody>
          <a:bodyPr wrap="square" rtlCol="0">
            <a:spAutoFit/>
          </a:bodyPr>
          <a:lstStyle/>
          <a:p>
            <a:pPr algn="ctr"/>
            <a:r>
              <a:rPr lang="en-NZ" sz="3600" b="1" dirty="0"/>
              <a:t>Project Planning</a:t>
            </a:r>
          </a:p>
        </p:txBody>
      </p:sp>
      <p:sp>
        <p:nvSpPr>
          <p:cNvPr id="18" name="Title 1">
            <a:extLst>
              <a:ext uri="{FF2B5EF4-FFF2-40B4-BE49-F238E27FC236}">
                <a16:creationId xmlns:a16="http://schemas.microsoft.com/office/drawing/2014/main" id="{96B1812F-206D-80BE-44AC-24E15A6F2C0A}"/>
              </a:ext>
            </a:extLst>
          </p:cNvPr>
          <p:cNvSpPr txBox="1">
            <a:spLocks/>
          </p:cNvSpPr>
          <p:nvPr/>
        </p:nvSpPr>
        <p:spPr>
          <a:xfrm>
            <a:off x="0" y="157986"/>
            <a:ext cx="3861846" cy="1142593"/>
          </a:xfrm>
          <a:prstGeom prst="rect">
            <a:avLst/>
          </a:prstGeom>
        </p:spPr>
        <p:txBody>
          <a:bodyPr vert="horz" lIns="91440" tIns="45720" rIns="91440" bIns="45720" rtlCol="0" anchor="b">
            <a:normAutofit fontScale="775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NZ" dirty="0"/>
              <a:t>Tairawhiti</a:t>
            </a:r>
          </a:p>
          <a:p>
            <a:r>
              <a:rPr lang="en-NZ" dirty="0"/>
              <a:t> Rising</a:t>
            </a:r>
          </a:p>
        </p:txBody>
      </p:sp>
      <p:sp>
        <p:nvSpPr>
          <p:cNvPr id="2" name="Slide Number Placeholder 1">
            <a:extLst>
              <a:ext uri="{FF2B5EF4-FFF2-40B4-BE49-F238E27FC236}">
                <a16:creationId xmlns:a16="http://schemas.microsoft.com/office/drawing/2014/main" id="{0F4112F6-1201-C03F-FB6B-5882A640FFD3}"/>
              </a:ext>
            </a:extLst>
          </p:cNvPr>
          <p:cNvSpPr>
            <a:spLocks noGrp="1"/>
          </p:cNvSpPr>
          <p:nvPr>
            <p:ph type="sldNum" sz="quarter" idx="12"/>
          </p:nvPr>
        </p:nvSpPr>
        <p:spPr/>
        <p:txBody>
          <a:bodyPr/>
          <a:lstStyle/>
          <a:p>
            <a:fld id="{CC85BB5F-1EAE-4028-A1B9-97806A69F1AE}" type="slidenum">
              <a:rPr lang="en-NZ" smtClean="0"/>
              <a:t>17</a:t>
            </a:fld>
            <a:endParaRPr lang="en-NZ"/>
          </a:p>
        </p:txBody>
      </p:sp>
      <p:pic>
        <p:nvPicPr>
          <p:cNvPr id="16" name="Picture 15">
            <a:extLst>
              <a:ext uri="{FF2B5EF4-FFF2-40B4-BE49-F238E27FC236}">
                <a16:creationId xmlns:a16="http://schemas.microsoft.com/office/drawing/2014/main" id="{7F3FB2D1-72A7-44A4-64C4-C03E1498F3A9}"/>
              </a:ext>
            </a:extLst>
          </p:cNvPr>
          <p:cNvPicPr>
            <a:picLocks noChangeAspect="1"/>
          </p:cNvPicPr>
          <p:nvPr/>
        </p:nvPicPr>
        <p:blipFill>
          <a:blip r:embed="rId4"/>
          <a:stretch>
            <a:fillRect/>
          </a:stretch>
        </p:blipFill>
        <p:spPr>
          <a:xfrm>
            <a:off x="4275438" y="215183"/>
            <a:ext cx="7685902" cy="6141167"/>
          </a:xfrm>
          <a:prstGeom prst="rect">
            <a:avLst/>
          </a:prstGeom>
        </p:spPr>
      </p:pic>
    </p:spTree>
    <p:extLst>
      <p:ext uri="{BB962C8B-B14F-4D97-AF65-F5344CB8AC3E}">
        <p14:creationId xmlns:p14="http://schemas.microsoft.com/office/powerpoint/2010/main" val="377817467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D60098D-EE88-ECAD-73E3-3EEB7A8A3CDA}"/>
            </a:ext>
          </a:extLst>
        </p:cNvPr>
        <p:cNvGrpSpPr/>
        <p:nvPr/>
      </p:nvGrpSpPr>
      <p:grpSpPr>
        <a:xfrm>
          <a:off x="0" y="0"/>
          <a:ext cx="0" cy="0"/>
          <a:chOff x="0" y="0"/>
          <a:chExt cx="0" cy="0"/>
        </a:xfrm>
      </p:grpSpPr>
      <p:sp>
        <p:nvSpPr>
          <p:cNvPr id="14" name="Rectangle 13">
            <a:extLst>
              <a:ext uri="{FF2B5EF4-FFF2-40B4-BE49-F238E27FC236}">
                <a16:creationId xmlns:a16="http://schemas.microsoft.com/office/drawing/2014/main" id="{45E1927C-B3C8-4E1E-A8D4-048EFA2B61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3" y="0"/>
            <a:ext cx="12191695" cy="6858000"/>
          </a:xfrm>
          <a:prstGeom prst="rect">
            <a:avLst/>
          </a:prstGeom>
          <a:solidFill>
            <a:schemeClr val="bg2">
              <a:tint val="95000"/>
              <a:satMod val="1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9" name="Title 1">
            <a:extLst>
              <a:ext uri="{FF2B5EF4-FFF2-40B4-BE49-F238E27FC236}">
                <a16:creationId xmlns:a16="http://schemas.microsoft.com/office/drawing/2014/main" id="{0156D613-C67D-6FB7-51A7-989A0EBD5298}"/>
              </a:ext>
            </a:extLst>
          </p:cNvPr>
          <p:cNvSpPr txBox="1">
            <a:spLocks/>
          </p:cNvSpPr>
          <p:nvPr/>
        </p:nvSpPr>
        <p:spPr>
          <a:xfrm>
            <a:off x="385977" y="-57328"/>
            <a:ext cx="5264024" cy="1179018"/>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spcAft>
                <a:spcPts val="600"/>
              </a:spcAft>
            </a:pPr>
            <a:r>
              <a:rPr lang="en-US" sz="5400" kern="1200" dirty="0">
                <a:solidFill>
                  <a:schemeClr val="tx1"/>
                </a:solidFill>
                <a:latin typeface="+mj-lt"/>
                <a:ea typeface="+mj-ea"/>
                <a:cs typeface="+mj-cs"/>
              </a:rPr>
              <a:t>Tairawhiti Rising</a:t>
            </a:r>
          </a:p>
        </p:txBody>
      </p:sp>
      <p:sp>
        <p:nvSpPr>
          <p:cNvPr id="2" name="TextBox 1">
            <a:extLst>
              <a:ext uri="{FF2B5EF4-FFF2-40B4-BE49-F238E27FC236}">
                <a16:creationId xmlns:a16="http://schemas.microsoft.com/office/drawing/2014/main" id="{B2181E26-B81D-CCEC-F670-8D3E9087CFDA}"/>
              </a:ext>
            </a:extLst>
          </p:cNvPr>
          <p:cNvSpPr txBox="1"/>
          <p:nvPr/>
        </p:nvSpPr>
        <p:spPr>
          <a:xfrm>
            <a:off x="385977" y="1655998"/>
            <a:ext cx="5264024" cy="4144301"/>
          </a:xfrm>
          <a:prstGeom prst="rect">
            <a:avLst/>
          </a:prstGeom>
        </p:spPr>
        <p:txBody>
          <a:bodyPr vert="horz" lIns="91440" tIns="45720" rIns="91440" bIns="45720" rtlCol="0" anchor="t">
            <a:normAutofit/>
          </a:bodyPr>
          <a:lstStyle/>
          <a:p>
            <a:pPr>
              <a:lnSpc>
                <a:spcPct val="90000"/>
              </a:lnSpc>
              <a:spcBef>
                <a:spcPts val="1000"/>
              </a:spcBef>
            </a:pPr>
            <a:r>
              <a:rPr lang="en-US" sz="3600" b="1" kern="1200" dirty="0">
                <a:solidFill>
                  <a:schemeClr val="tx1"/>
                </a:solidFill>
                <a:latin typeface="+mn-lt"/>
                <a:ea typeface="+mn-ea"/>
                <a:cs typeface="+mn-cs"/>
              </a:rPr>
              <a:t>End to end solution..</a:t>
            </a:r>
          </a:p>
          <a:p>
            <a:pPr marL="571500" indent="-571500">
              <a:lnSpc>
                <a:spcPct val="90000"/>
              </a:lnSpc>
              <a:spcBef>
                <a:spcPts val="1000"/>
              </a:spcBef>
              <a:buFont typeface="Arial" panose="020B0604020202020204" pitchFamily="34" charset="0"/>
              <a:buChar char="•"/>
            </a:pPr>
            <a:r>
              <a:rPr lang="en-US" sz="3600" b="1" kern="1200" dirty="0">
                <a:solidFill>
                  <a:schemeClr val="tx1"/>
                </a:solidFill>
                <a:latin typeface="+mn-lt"/>
                <a:ea typeface="+mn-ea"/>
                <a:cs typeface="+mn-cs"/>
              </a:rPr>
              <a:t>Captures User Voice</a:t>
            </a:r>
          </a:p>
          <a:p>
            <a:pPr marL="571500" indent="-571500">
              <a:lnSpc>
                <a:spcPct val="90000"/>
              </a:lnSpc>
              <a:spcBef>
                <a:spcPts val="1000"/>
              </a:spcBef>
              <a:buFont typeface="Arial" panose="020B0604020202020204" pitchFamily="34" charset="0"/>
              <a:buChar char="•"/>
            </a:pPr>
            <a:r>
              <a:rPr lang="en-US" sz="3600" b="1" kern="1200" dirty="0">
                <a:solidFill>
                  <a:schemeClr val="tx1"/>
                </a:solidFill>
                <a:latin typeface="+mn-lt"/>
                <a:ea typeface="+mn-ea"/>
                <a:cs typeface="+mn-cs"/>
              </a:rPr>
              <a:t>Enables knowledge sharing</a:t>
            </a:r>
          </a:p>
        </p:txBody>
      </p:sp>
      <p:sp>
        <p:nvSpPr>
          <p:cNvPr id="16" name="Freeform: Shape 15">
            <a:extLst>
              <a:ext uri="{FF2B5EF4-FFF2-40B4-BE49-F238E27FC236}">
                <a16:creationId xmlns:a16="http://schemas.microsoft.com/office/drawing/2014/main" id="{C24CD456-79B8-4425-95A0-5344971EA3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76470"/>
            <a:ext cx="4211054" cy="5181530"/>
          </a:xfrm>
          <a:custGeom>
            <a:avLst/>
            <a:gdLst>
              <a:gd name="connsiteX0" fmla="*/ 1165310 w 4211054"/>
              <a:gd name="connsiteY0" fmla="*/ 990 h 5181530"/>
              <a:gd name="connsiteX1" fmla="*/ 2418078 w 4211054"/>
              <a:gd name="connsiteY1" fmla="*/ 367333 h 5181530"/>
              <a:gd name="connsiteX2" fmla="*/ 3861693 w 4211054"/>
              <a:gd name="connsiteY2" fmla="*/ 4749397 h 5181530"/>
              <a:gd name="connsiteX3" fmla="*/ 3592887 w 4211054"/>
              <a:gd name="connsiteY3" fmla="*/ 5091022 h 5181530"/>
              <a:gd name="connsiteX4" fmla="*/ 3483152 w 4211054"/>
              <a:gd name="connsiteY4" fmla="*/ 5181530 h 5181530"/>
              <a:gd name="connsiteX5" fmla="*/ 0 w 4211054"/>
              <a:gd name="connsiteY5" fmla="*/ 5181530 h 5181530"/>
              <a:gd name="connsiteX6" fmla="*/ 0 w 4211054"/>
              <a:gd name="connsiteY6" fmla="*/ 5181528 h 5181530"/>
              <a:gd name="connsiteX7" fmla="*/ 2981677 w 4211054"/>
              <a:gd name="connsiteY7" fmla="*/ 5181528 h 5181530"/>
              <a:gd name="connsiteX8" fmla="*/ 3028606 w 4211054"/>
              <a:gd name="connsiteY8" fmla="*/ 5160626 h 5181530"/>
              <a:gd name="connsiteX9" fmla="*/ 3747110 w 4211054"/>
              <a:gd name="connsiteY9" fmla="*/ 4553549 h 5181530"/>
              <a:gd name="connsiteX10" fmla="*/ 2353269 w 4211054"/>
              <a:gd name="connsiteY10" fmla="*/ 527791 h 5181530"/>
              <a:gd name="connsiteX11" fmla="*/ 1162923 w 4211054"/>
              <a:gd name="connsiteY11" fmla="*/ 185179 h 5181530"/>
              <a:gd name="connsiteX12" fmla="*/ 80119 w 4211054"/>
              <a:gd name="connsiteY12" fmla="*/ 399295 h 5181530"/>
              <a:gd name="connsiteX13" fmla="*/ 0 w 4211054"/>
              <a:gd name="connsiteY13" fmla="*/ 438059 h 5181530"/>
              <a:gd name="connsiteX14" fmla="*/ 0 w 4211054"/>
              <a:gd name="connsiteY14" fmla="*/ 251609 h 5181530"/>
              <a:gd name="connsiteX15" fmla="*/ 158783 w 4211054"/>
              <a:gd name="connsiteY15" fmla="*/ 182603 h 5181530"/>
              <a:gd name="connsiteX16" fmla="*/ 1165310 w 4211054"/>
              <a:gd name="connsiteY16" fmla="*/ 990 h 51815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11054" h="5181530">
                <a:moveTo>
                  <a:pt x="1165310" y="990"/>
                </a:moveTo>
                <a:cubicBezTo>
                  <a:pt x="1578456" y="12730"/>
                  <a:pt x="2002082" y="129252"/>
                  <a:pt x="2418078" y="367333"/>
                </a:cubicBezTo>
                <a:cubicBezTo>
                  <a:pt x="3905879" y="1218825"/>
                  <a:pt x="4719574" y="3276464"/>
                  <a:pt x="3861693" y="4749397"/>
                </a:cubicBezTo>
                <a:cubicBezTo>
                  <a:pt x="3781266" y="4887488"/>
                  <a:pt x="3691172" y="4998345"/>
                  <a:pt x="3592887" y="5091022"/>
                </a:cubicBezTo>
                <a:lnTo>
                  <a:pt x="3483152" y="5181530"/>
                </a:lnTo>
                <a:lnTo>
                  <a:pt x="0" y="5181530"/>
                </a:lnTo>
                <a:lnTo>
                  <a:pt x="0" y="5181528"/>
                </a:lnTo>
                <a:lnTo>
                  <a:pt x="2981677" y="5181528"/>
                </a:lnTo>
                <a:lnTo>
                  <a:pt x="3028606" y="5160626"/>
                </a:lnTo>
                <a:cubicBezTo>
                  <a:pt x="3311277" y="5028098"/>
                  <a:pt x="3558318" y="4869020"/>
                  <a:pt x="3747110" y="4553549"/>
                </a:cubicBezTo>
                <a:cubicBezTo>
                  <a:pt x="4552598" y="3207566"/>
                  <a:pt x="3769268" y="1316508"/>
                  <a:pt x="2353269" y="527791"/>
                </a:cubicBezTo>
                <a:cubicBezTo>
                  <a:pt x="1957349" y="307263"/>
                  <a:pt x="1554872" y="198154"/>
                  <a:pt x="1162923" y="185179"/>
                </a:cubicBezTo>
                <a:cubicBezTo>
                  <a:pt x="787306" y="172747"/>
                  <a:pt x="421359" y="248602"/>
                  <a:pt x="80119" y="399295"/>
                </a:cubicBezTo>
                <a:lnTo>
                  <a:pt x="0" y="438059"/>
                </a:lnTo>
                <a:lnTo>
                  <a:pt x="0" y="251609"/>
                </a:lnTo>
                <a:lnTo>
                  <a:pt x="158783" y="182603"/>
                </a:lnTo>
                <a:cubicBezTo>
                  <a:pt x="479801" y="54981"/>
                  <a:pt x="818871" y="-8854"/>
                  <a:pt x="1165310" y="990"/>
                </a:cubicBezTo>
                <a:close/>
              </a:path>
            </a:pathLst>
          </a:custGeom>
          <a:solidFill>
            <a:srgbClr val="FFF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sp>
        <p:nvSpPr>
          <p:cNvPr id="18" name="Freeform: Shape 17">
            <a:extLst>
              <a:ext uri="{FF2B5EF4-FFF2-40B4-BE49-F238E27FC236}">
                <a16:creationId xmlns:a16="http://schemas.microsoft.com/office/drawing/2014/main" id="{3C9C3854-C672-47D2-8FD3-15A88F6CE9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63824" y="-15902"/>
            <a:ext cx="4289727" cy="2866417"/>
          </a:xfrm>
          <a:custGeom>
            <a:avLst/>
            <a:gdLst>
              <a:gd name="connsiteX0" fmla="*/ 237339 w 4130517"/>
              <a:gd name="connsiteY0" fmla="*/ 0 h 2806419"/>
              <a:gd name="connsiteX1" fmla="*/ 3997489 w 4130517"/>
              <a:gd name="connsiteY1" fmla="*/ 0 h 2806419"/>
              <a:gd name="connsiteX2" fmla="*/ 4006148 w 4130517"/>
              <a:gd name="connsiteY2" fmla="*/ 24333 h 2806419"/>
              <a:gd name="connsiteX3" fmla="*/ 4130517 w 4130517"/>
              <a:gd name="connsiteY3" fmla="*/ 887307 h 2806419"/>
              <a:gd name="connsiteX4" fmla="*/ 3915925 w 4130517"/>
              <a:gd name="connsiteY4" fmla="*/ 1525677 h 2806419"/>
              <a:gd name="connsiteX5" fmla="*/ 3280571 w 4130517"/>
              <a:gd name="connsiteY5" fmla="*/ 2120090 h 2806419"/>
              <a:gd name="connsiteX6" fmla="*/ 3140878 w 4130517"/>
              <a:gd name="connsiteY6" fmla="*/ 2233796 h 2806419"/>
              <a:gd name="connsiteX7" fmla="*/ 1993019 w 4130517"/>
              <a:gd name="connsiteY7" fmla="*/ 2806419 h 2806419"/>
              <a:gd name="connsiteX8" fmla="*/ 480948 w 4130517"/>
              <a:gd name="connsiteY8" fmla="*/ 1875638 h 2806419"/>
              <a:gd name="connsiteX9" fmla="*/ 319805 w 4130517"/>
              <a:gd name="connsiteY9" fmla="*/ 1637519 h 2806419"/>
              <a:gd name="connsiteX10" fmla="*/ 0 w 4130517"/>
              <a:gd name="connsiteY10" fmla="*/ 887307 h 2806419"/>
              <a:gd name="connsiteX11" fmla="*/ 193231 w 4130517"/>
              <a:gd name="connsiteY11" fmla="*/ 79360 h 28064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30517" h="2806419">
                <a:moveTo>
                  <a:pt x="237339" y="0"/>
                </a:moveTo>
                <a:lnTo>
                  <a:pt x="3997489" y="0"/>
                </a:lnTo>
                <a:lnTo>
                  <a:pt x="4006148" y="24333"/>
                </a:lnTo>
                <a:cubicBezTo>
                  <a:pt x="4087750" y="288004"/>
                  <a:pt x="4130517" y="579903"/>
                  <a:pt x="4130517" y="887307"/>
                </a:cubicBezTo>
                <a:cubicBezTo>
                  <a:pt x="4130517" y="1132599"/>
                  <a:pt x="4064304" y="1329464"/>
                  <a:pt x="3915925" y="1525677"/>
                </a:cubicBezTo>
                <a:cubicBezTo>
                  <a:pt x="3760721" y="1730924"/>
                  <a:pt x="3527514" y="1919967"/>
                  <a:pt x="3280571" y="2120090"/>
                </a:cubicBezTo>
                <a:cubicBezTo>
                  <a:pt x="3235011" y="2156968"/>
                  <a:pt x="3187944" y="2195151"/>
                  <a:pt x="3140878" y="2233796"/>
                </a:cubicBezTo>
                <a:cubicBezTo>
                  <a:pt x="2719582" y="2579662"/>
                  <a:pt x="2412097" y="2806419"/>
                  <a:pt x="1993019" y="2806419"/>
                </a:cubicBezTo>
                <a:cubicBezTo>
                  <a:pt x="1354472" y="2806419"/>
                  <a:pt x="902244" y="2528070"/>
                  <a:pt x="480948" y="1875638"/>
                </a:cubicBezTo>
                <a:cubicBezTo>
                  <a:pt x="425816" y="1790244"/>
                  <a:pt x="371924" y="1712578"/>
                  <a:pt x="319805" y="1637519"/>
                </a:cubicBezTo>
                <a:cubicBezTo>
                  <a:pt x="103795" y="1326296"/>
                  <a:pt x="0" y="1164446"/>
                  <a:pt x="0" y="887307"/>
                </a:cubicBezTo>
                <a:cubicBezTo>
                  <a:pt x="0" y="612125"/>
                  <a:pt x="65060" y="340293"/>
                  <a:pt x="193231" y="79360"/>
                </a:cubicBezTo>
                <a:close/>
              </a:path>
            </a:pathLst>
          </a:custGeom>
          <a:noFill/>
          <a:ln w="19050">
            <a:solidFill>
              <a:srgbClr val="FFFFFF">
                <a:alpha val="50000"/>
              </a:srgb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sp>
        <p:nvSpPr>
          <p:cNvPr id="20" name="Freeform: Shape 19">
            <a:extLst>
              <a:ext uri="{FF2B5EF4-FFF2-40B4-BE49-F238E27FC236}">
                <a16:creationId xmlns:a16="http://schemas.microsoft.com/office/drawing/2014/main" id="{AE886DDB-D248-47D2-9A3C-8E203F697C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36555" y="1"/>
            <a:ext cx="3997527" cy="2646947"/>
          </a:xfrm>
          <a:custGeom>
            <a:avLst/>
            <a:gdLst>
              <a:gd name="connsiteX0" fmla="*/ 478501 w 3997527"/>
              <a:gd name="connsiteY0" fmla="*/ 2 h 2646947"/>
              <a:gd name="connsiteX1" fmla="*/ 382993 w 3997527"/>
              <a:gd name="connsiteY1" fmla="*/ 123929 h 2646947"/>
              <a:gd name="connsiteX2" fmla="*/ 290041 w 3997527"/>
              <a:gd name="connsiteY2" fmla="*/ 274421 h 2646947"/>
              <a:gd name="connsiteX3" fmla="*/ 117491 w 3997527"/>
              <a:gd name="connsiteY3" fmla="*/ 923641 h 2646947"/>
              <a:gd name="connsiteX4" fmla="*/ 403069 w 3997527"/>
              <a:gd name="connsiteY4" fmla="*/ 1526467 h 2646947"/>
              <a:gd name="connsiteX5" fmla="*/ 546966 w 3997527"/>
              <a:gd name="connsiteY5" fmla="*/ 1717806 h 2646947"/>
              <a:gd name="connsiteX6" fmla="*/ 1897207 w 3997527"/>
              <a:gd name="connsiteY6" fmla="*/ 2465727 h 2646947"/>
              <a:gd name="connsiteX7" fmla="*/ 2922217 w 3997527"/>
              <a:gd name="connsiteY7" fmla="*/ 2005601 h 2646947"/>
              <a:gd name="connsiteX8" fmla="*/ 3046959 w 3997527"/>
              <a:gd name="connsiteY8" fmla="*/ 1914233 h 2646947"/>
              <a:gd name="connsiteX9" fmla="*/ 3614314 w 3997527"/>
              <a:gd name="connsiteY9" fmla="*/ 1436596 h 2646947"/>
              <a:gd name="connsiteX10" fmla="*/ 3805939 w 3997527"/>
              <a:gd name="connsiteY10" fmla="*/ 923641 h 2646947"/>
              <a:gd name="connsiteX11" fmla="*/ 3633781 w 3997527"/>
              <a:gd name="connsiteY11" fmla="*/ 75714 h 2646947"/>
              <a:gd name="connsiteX12" fmla="*/ 3595267 w 3997527"/>
              <a:gd name="connsiteY12" fmla="*/ 2 h 2646947"/>
              <a:gd name="connsiteX13" fmla="*/ 292993 w 3997527"/>
              <a:gd name="connsiteY13" fmla="*/ 0 h 2646947"/>
              <a:gd name="connsiteX14" fmla="*/ 3828920 w 3997527"/>
              <a:gd name="connsiteY14" fmla="*/ 0 h 2646947"/>
              <a:gd name="connsiteX15" fmla="*/ 3877162 w 3997527"/>
              <a:gd name="connsiteY15" fmla="*/ 126877 h 2646947"/>
              <a:gd name="connsiteX16" fmla="*/ 3997527 w 3997527"/>
              <a:gd name="connsiteY16" fmla="*/ 908578 h 2646947"/>
              <a:gd name="connsiteX17" fmla="*/ 3789844 w 3997527"/>
              <a:gd name="connsiteY17" fmla="*/ 1486825 h 2646947"/>
              <a:gd name="connsiteX18" fmla="*/ 3174946 w 3997527"/>
              <a:gd name="connsiteY18" fmla="*/ 2025257 h 2646947"/>
              <a:gd name="connsiteX19" fmla="*/ 3039752 w 3997527"/>
              <a:gd name="connsiteY19" fmla="*/ 2128254 h 2646947"/>
              <a:gd name="connsiteX20" fmla="*/ 1928850 w 3997527"/>
              <a:gd name="connsiteY20" fmla="*/ 2646947 h 2646947"/>
              <a:gd name="connsiteX21" fmla="*/ 465463 w 3997527"/>
              <a:gd name="connsiteY21" fmla="*/ 1803828 h 2646947"/>
              <a:gd name="connsiteX22" fmla="*/ 309508 w 3997527"/>
              <a:gd name="connsiteY22" fmla="*/ 1588134 h 2646947"/>
              <a:gd name="connsiteX23" fmla="*/ 0 w 3997527"/>
              <a:gd name="connsiteY23" fmla="*/ 908578 h 2646947"/>
              <a:gd name="connsiteX24" fmla="*/ 187010 w 3997527"/>
              <a:gd name="connsiteY24" fmla="*/ 176721 h 2646947"/>
              <a:gd name="connsiteX25" fmla="*/ 287750 w 3997527"/>
              <a:gd name="connsiteY25" fmla="*/ 7075 h 2646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3997527" h="2646947">
                <a:moveTo>
                  <a:pt x="478501" y="2"/>
                </a:moveTo>
                <a:lnTo>
                  <a:pt x="382993" y="123929"/>
                </a:lnTo>
                <a:cubicBezTo>
                  <a:pt x="349048" y="172951"/>
                  <a:pt x="318041" y="223144"/>
                  <a:pt x="290041" y="274421"/>
                </a:cubicBezTo>
                <a:cubicBezTo>
                  <a:pt x="175588" y="484093"/>
                  <a:pt x="117491" y="702521"/>
                  <a:pt x="117491" y="923641"/>
                </a:cubicBezTo>
                <a:cubicBezTo>
                  <a:pt x="117491" y="1146334"/>
                  <a:pt x="210177" y="1276386"/>
                  <a:pt x="403069" y="1526467"/>
                </a:cubicBezTo>
                <a:cubicBezTo>
                  <a:pt x="449609" y="1586781"/>
                  <a:pt x="497735" y="1649187"/>
                  <a:pt x="546966" y="1717806"/>
                </a:cubicBezTo>
                <a:cubicBezTo>
                  <a:pt x="923173" y="2242063"/>
                  <a:pt x="1327000" y="2465727"/>
                  <a:pt x="1897207" y="2465727"/>
                </a:cubicBezTo>
                <a:cubicBezTo>
                  <a:pt x="2271434" y="2465727"/>
                  <a:pt x="2546010" y="2283518"/>
                  <a:pt x="2922217" y="2005601"/>
                </a:cubicBezTo>
                <a:cubicBezTo>
                  <a:pt x="2964245" y="1974547"/>
                  <a:pt x="3006275" y="1943867"/>
                  <a:pt x="3046959" y="1914233"/>
                </a:cubicBezTo>
                <a:cubicBezTo>
                  <a:pt x="3267474" y="1753426"/>
                  <a:pt x="3475721" y="1601521"/>
                  <a:pt x="3614314" y="1436596"/>
                </a:cubicBezTo>
                <a:cubicBezTo>
                  <a:pt x="3746813" y="1278931"/>
                  <a:pt x="3805939" y="1120743"/>
                  <a:pt x="3805939" y="923641"/>
                </a:cubicBezTo>
                <a:cubicBezTo>
                  <a:pt x="3805939" y="614875"/>
                  <a:pt x="3746267" y="325578"/>
                  <a:pt x="3633781" y="75714"/>
                </a:cubicBezTo>
                <a:lnTo>
                  <a:pt x="3595267" y="2"/>
                </a:lnTo>
                <a:close/>
                <a:moveTo>
                  <a:pt x="292993" y="0"/>
                </a:moveTo>
                <a:lnTo>
                  <a:pt x="3828920" y="0"/>
                </a:lnTo>
                <a:lnTo>
                  <a:pt x="3877162" y="126877"/>
                </a:lnTo>
                <a:cubicBezTo>
                  <a:pt x="3956137" y="365716"/>
                  <a:pt x="3997527" y="630123"/>
                  <a:pt x="3997527" y="908578"/>
                </a:cubicBezTo>
                <a:cubicBezTo>
                  <a:pt x="3997527" y="1130767"/>
                  <a:pt x="3933446" y="1309091"/>
                  <a:pt x="3789844" y="1486825"/>
                </a:cubicBezTo>
                <a:cubicBezTo>
                  <a:pt x="3639637" y="1672742"/>
                  <a:pt x="3413939" y="1843981"/>
                  <a:pt x="3174946" y="2025257"/>
                </a:cubicBezTo>
                <a:cubicBezTo>
                  <a:pt x="3130853" y="2058662"/>
                  <a:pt x="3085302" y="2093247"/>
                  <a:pt x="3039752" y="2128254"/>
                </a:cubicBezTo>
                <a:cubicBezTo>
                  <a:pt x="2632020" y="2441546"/>
                  <a:pt x="2334435" y="2646947"/>
                  <a:pt x="1928850" y="2646947"/>
                </a:cubicBezTo>
                <a:cubicBezTo>
                  <a:pt x="1310863" y="2646947"/>
                  <a:pt x="873195" y="2394813"/>
                  <a:pt x="465463" y="1803828"/>
                </a:cubicBezTo>
                <a:cubicBezTo>
                  <a:pt x="412107" y="1726474"/>
                  <a:pt x="359949" y="1656124"/>
                  <a:pt x="309508" y="1588134"/>
                </a:cubicBezTo>
                <a:cubicBezTo>
                  <a:pt x="100453" y="1306222"/>
                  <a:pt x="0" y="1159615"/>
                  <a:pt x="0" y="908578"/>
                </a:cubicBezTo>
                <a:cubicBezTo>
                  <a:pt x="0" y="659312"/>
                  <a:pt x="62965" y="413080"/>
                  <a:pt x="187010" y="176721"/>
                </a:cubicBezTo>
                <a:cubicBezTo>
                  <a:pt x="217356" y="118918"/>
                  <a:pt x="250961" y="62336"/>
                  <a:pt x="287750" y="7075"/>
                </a:cubicBezTo>
                <a:close/>
              </a:path>
            </a:pathLst>
          </a:custGeom>
          <a:solidFill>
            <a:srgbClr val="FFF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sp>
        <p:nvSpPr>
          <p:cNvPr id="22" name="Freeform: Shape 21">
            <a:extLst>
              <a:ext uri="{FF2B5EF4-FFF2-40B4-BE49-F238E27FC236}">
                <a16:creationId xmlns:a16="http://schemas.microsoft.com/office/drawing/2014/main" id="{F36FEC56-B33E-40ED-923C-498D3BEEEC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0471" y="1473959"/>
            <a:ext cx="4454769" cy="5404513"/>
          </a:xfrm>
          <a:custGeom>
            <a:avLst/>
            <a:gdLst>
              <a:gd name="connsiteX0" fmla="*/ 1149113 w 4454769"/>
              <a:gd name="connsiteY0" fmla="*/ 1055 h 5404513"/>
              <a:gd name="connsiteX1" fmla="*/ 2508788 w 4454769"/>
              <a:gd name="connsiteY1" fmla="*/ 391365 h 5404513"/>
              <a:gd name="connsiteX2" fmla="*/ 4075595 w 4454769"/>
              <a:gd name="connsiteY2" fmla="*/ 5060115 h 5404513"/>
              <a:gd name="connsiteX3" fmla="*/ 3862163 w 4454769"/>
              <a:gd name="connsiteY3" fmla="*/ 5346252 h 5404513"/>
              <a:gd name="connsiteX4" fmla="*/ 3803547 w 4454769"/>
              <a:gd name="connsiteY4" fmla="*/ 5404513 h 5404513"/>
              <a:gd name="connsiteX5" fmla="*/ 0 w 4454769"/>
              <a:gd name="connsiteY5" fmla="*/ 5404513 h 5404513"/>
              <a:gd name="connsiteX6" fmla="*/ 0 w 4454769"/>
              <a:gd name="connsiteY6" fmla="*/ 218736 h 5404513"/>
              <a:gd name="connsiteX7" fmla="*/ 56694 w 4454769"/>
              <a:gd name="connsiteY7" fmla="*/ 194549 h 5404513"/>
              <a:gd name="connsiteX8" fmla="*/ 1149113 w 4454769"/>
              <a:gd name="connsiteY8" fmla="*/ 1055 h 54045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454769" h="5404513">
                <a:moveTo>
                  <a:pt x="1149113" y="1055"/>
                </a:moveTo>
                <a:cubicBezTo>
                  <a:pt x="1597515" y="13563"/>
                  <a:pt x="2057293" y="137708"/>
                  <a:pt x="2508788" y="391365"/>
                </a:cubicBezTo>
                <a:cubicBezTo>
                  <a:pt x="4123552" y="1298564"/>
                  <a:pt x="5006684" y="3490819"/>
                  <a:pt x="4075595" y="5060115"/>
                </a:cubicBezTo>
                <a:cubicBezTo>
                  <a:pt x="4010128" y="5170459"/>
                  <a:pt x="3938758" y="5264482"/>
                  <a:pt x="3862163" y="5346252"/>
                </a:cubicBezTo>
                <a:lnTo>
                  <a:pt x="3803547" y="5404513"/>
                </a:lnTo>
                <a:lnTo>
                  <a:pt x="0" y="5404513"/>
                </a:lnTo>
                <a:lnTo>
                  <a:pt x="0" y="218736"/>
                </a:lnTo>
                <a:lnTo>
                  <a:pt x="56694" y="194549"/>
                </a:lnTo>
                <a:cubicBezTo>
                  <a:pt x="405107" y="58578"/>
                  <a:pt x="773111" y="-9433"/>
                  <a:pt x="1149113" y="1055"/>
                </a:cubicBezTo>
                <a:close/>
              </a:path>
            </a:pathLst>
          </a:custGeom>
          <a:noFill/>
          <a:ln w="19050">
            <a:solidFill>
              <a:srgbClr val="FFFFFF">
                <a:alpha val="50000"/>
              </a:srgb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4" name="Freeform: Shape 23">
            <a:extLst>
              <a:ext uri="{FF2B5EF4-FFF2-40B4-BE49-F238E27FC236}">
                <a16:creationId xmlns:a16="http://schemas.microsoft.com/office/drawing/2014/main" id="{D99B66FE-83E7-4E7B-9C00-1A61ADF87F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51951" y="-11953"/>
            <a:ext cx="4152001" cy="3562347"/>
          </a:xfrm>
          <a:custGeom>
            <a:avLst/>
            <a:gdLst>
              <a:gd name="connsiteX0" fmla="*/ 305212 w 4069058"/>
              <a:gd name="connsiteY0" fmla="*/ 0 h 3547008"/>
              <a:gd name="connsiteX1" fmla="*/ 4069058 w 4069058"/>
              <a:gd name="connsiteY1" fmla="*/ 0 h 3547008"/>
              <a:gd name="connsiteX2" fmla="*/ 4069058 w 4069058"/>
              <a:gd name="connsiteY2" fmla="*/ 2865785 h 3547008"/>
              <a:gd name="connsiteX3" fmla="*/ 3996814 w 4069058"/>
              <a:gd name="connsiteY3" fmla="*/ 2947457 h 3547008"/>
              <a:gd name="connsiteX4" fmla="*/ 2732780 w 4069058"/>
              <a:gd name="connsiteY4" fmla="*/ 3541640 h 3547008"/>
              <a:gd name="connsiteX5" fmla="*/ 1317550 w 4069058"/>
              <a:gd name="connsiteY5" fmla="*/ 3015110 h 3547008"/>
              <a:gd name="connsiteX6" fmla="*/ 1140977 w 4069058"/>
              <a:gd name="connsiteY6" fmla="*/ 2901419 h 3547008"/>
              <a:gd name="connsiteX7" fmla="*/ 330269 w 4069058"/>
              <a:gd name="connsiteY7" fmla="*/ 2297252 h 3547008"/>
              <a:gd name="connsiteX8" fmla="*/ 13299 w 4069058"/>
              <a:gd name="connsiteY8" fmla="*/ 1599966 h 3547008"/>
              <a:gd name="connsiteX9" fmla="*/ 217457 w 4069058"/>
              <a:gd name="connsiteY9" fmla="*/ 178659 h 35470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69058" h="3547008">
                <a:moveTo>
                  <a:pt x="305212" y="0"/>
                </a:moveTo>
                <a:lnTo>
                  <a:pt x="4069058" y="0"/>
                </a:lnTo>
                <a:lnTo>
                  <a:pt x="4069058" y="2865785"/>
                </a:lnTo>
                <a:lnTo>
                  <a:pt x="3996814" y="2947457"/>
                </a:lnTo>
                <a:cubicBezTo>
                  <a:pt x="3654887" y="3311545"/>
                  <a:pt x="3252443" y="3496175"/>
                  <a:pt x="2732780" y="3541640"/>
                </a:cubicBezTo>
                <a:cubicBezTo>
                  <a:pt x="2236701" y="3585041"/>
                  <a:pt x="1850359" y="3361306"/>
                  <a:pt x="1317550" y="3015110"/>
                </a:cubicBezTo>
                <a:cubicBezTo>
                  <a:pt x="1258026" y="2976425"/>
                  <a:pt x="1198546" y="2938265"/>
                  <a:pt x="1140977" y="2901419"/>
                </a:cubicBezTo>
                <a:cubicBezTo>
                  <a:pt x="828927" y="2701433"/>
                  <a:pt x="534230" y="2512513"/>
                  <a:pt x="330269" y="2297252"/>
                </a:cubicBezTo>
                <a:cubicBezTo>
                  <a:pt x="135278" y="2091465"/>
                  <a:pt x="37487" y="1876435"/>
                  <a:pt x="13299" y="1599966"/>
                </a:cubicBezTo>
                <a:cubicBezTo>
                  <a:pt x="-32170" y="1080250"/>
                  <a:pt x="39709" y="589889"/>
                  <a:pt x="217457" y="178659"/>
                </a:cubicBezTo>
                <a:close/>
              </a:path>
            </a:pathLst>
          </a:custGeom>
          <a:noFill/>
          <a:ln w="19050">
            <a:solidFill>
              <a:srgbClr val="FFFFFF">
                <a:alpha val="50000"/>
              </a:srgb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sp>
        <p:nvSpPr>
          <p:cNvPr id="26" name="Freeform: Shape 25">
            <a:extLst>
              <a:ext uri="{FF2B5EF4-FFF2-40B4-BE49-F238E27FC236}">
                <a16:creationId xmlns:a16="http://schemas.microsoft.com/office/drawing/2014/main" id="{7EB76DC5-F703-43FB-A5D9-A9ADE420A1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253663" y="0"/>
            <a:ext cx="3938337" cy="3321595"/>
          </a:xfrm>
          <a:custGeom>
            <a:avLst/>
            <a:gdLst>
              <a:gd name="connsiteX0" fmla="*/ 1166365 w 3938337"/>
              <a:gd name="connsiteY0" fmla="*/ 0 h 3321595"/>
              <a:gd name="connsiteX1" fmla="*/ 107576 w 3938337"/>
              <a:gd name="connsiteY1" fmla="*/ 0 h 3321595"/>
              <a:gd name="connsiteX2" fmla="*/ 66927 w 3938337"/>
              <a:gd name="connsiteY2" fmla="*/ 0 h 3321595"/>
              <a:gd name="connsiteX3" fmla="*/ 0 w 3938337"/>
              <a:gd name="connsiteY3" fmla="*/ 0 h 3321595"/>
              <a:gd name="connsiteX4" fmla="*/ 0 w 3938337"/>
              <a:gd name="connsiteY4" fmla="*/ 59511 h 3321595"/>
              <a:gd name="connsiteX5" fmla="*/ 0 w 3938337"/>
              <a:gd name="connsiteY5" fmla="*/ 155390 h 3321595"/>
              <a:gd name="connsiteX6" fmla="*/ 0 w 3938337"/>
              <a:gd name="connsiteY6" fmla="*/ 901114 h 3321595"/>
              <a:gd name="connsiteX7" fmla="*/ 4 w 3938337"/>
              <a:gd name="connsiteY7" fmla="*/ 901114 h 3321595"/>
              <a:gd name="connsiteX8" fmla="*/ 4 w 3938337"/>
              <a:gd name="connsiteY8" fmla="*/ 471771 h 3321595"/>
              <a:gd name="connsiteX9" fmla="*/ 50187 w 3938337"/>
              <a:gd name="connsiteY9" fmla="*/ 407556 h 3321595"/>
              <a:gd name="connsiteX10" fmla="*/ 352921 w 3938337"/>
              <a:gd name="connsiteY10" fmla="*/ 118259 h 3321595"/>
              <a:gd name="connsiteX11" fmla="*/ 514890 w 3938337"/>
              <a:gd name="connsiteY11" fmla="*/ 2 h 3321595"/>
              <a:gd name="connsiteX12" fmla="*/ 1166365 w 3938337"/>
              <a:gd name="connsiteY12" fmla="*/ 2 h 3321595"/>
              <a:gd name="connsiteX13" fmla="*/ 3525817 w 3938337"/>
              <a:gd name="connsiteY13" fmla="*/ 0 h 3321595"/>
              <a:gd name="connsiteX14" fmla="*/ 3384145 w 3938337"/>
              <a:gd name="connsiteY14" fmla="*/ 0 h 3321595"/>
              <a:gd name="connsiteX15" fmla="*/ 3385646 w 3938337"/>
              <a:gd name="connsiteY15" fmla="*/ 1904 h 3321595"/>
              <a:gd name="connsiteX16" fmla="*/ 3780089 w 3938337"/>
              <a:gd name="connsiteY16" fmla="*/ 1354125 h 3321595"/>
              <a:gd name="connsiteX17" fmla="*/ 3552458 w 3938337"/>
              <a:gd name="connsiteY17" fmla="*/ 1969288 h 3321595"/>
              <a:gd name="connsiteX18" fmla="*/ 3414534 w 3938337"/>
              <a:gd name="connsiteY18" fmla="*/ 2115111 h 3321595"/>
              <a:gd name="connsiteX19" fmla="*/ 3395732 w 3938337"/>
              <a:gd name="connsiteY19" fmla="*/ 2131585 h 3321595"/>
              <a:gd name="connsiteX20" fmla="*/ 3390273 w 3938337"/>
              <a:gd name="connsiteY20" fmla="*/ 2137223 h 3321595"/>
              <a:gd name="connsiteX21" fmla="*/ 3348116 w 3938337"/>
              <a:gd name="connsiteY21" fmla="*/ 2173305 h 3321595"/>
              <a:gd name="connsiteX22" fmla="*/ 3251972 w 3938337"/>
              <a:gd name="connsiteY22" fmla="*/ 2257543 h 3321595"/>
              <a:gd name="connsiteX23" fmla="*/ 2878500 w 3938337"/>
              <a:gd name="connsiteY23" fmla="*/ 2542096 h 3321595"/>
              <a:gd name="connsiteX24" fmla="*/ 2730320 w 3938337"/>
              <a:gd name="connsiteY24" fmla="*/ 2651667 h 3321595"/>
              <a:gd name="connsiteX25" fmla="*/ 1512716 w 3938337"/>
              <a:gd name="connsiteY25" fmla="*/ 3203474 h 3321595"/>
              <a:gd name="connsiteX26" fmla="*/ 78219 w 3938337"/>
              <a:gd name="connsiteY26" fmla="*/ 2525579 h 3321595"/>
              <a:gd name="connsiteX27" fmla="*/ 0 w 3938337"/>
              <a:gd name="connsiteY27" fmla="*/ 2428877 h 3321595"/>
              <a:gd name="connsiteX28" fmla="*/ 0 w 3938337"/>
              <a:gd name="connsiteY28" fmla="*/ 2518435 h 3321595"/>
              <a:gd name="connsiteX29" fmla="*/ 81495 w 3938337"/>
              <a:gd name="connsiteY29" fmla="*/ 2618704 h 3321595"/>
              <a:gd name="connsiteX30" fmla="*/ 1576046 w 3938337"/>
              <a:gd name="connsiteY30" fmla="*/ 3321595 h 3321595"/>
              <a:gd name="connsiteX31" fmla="*/ 2844621 w 3938337"/>
              <a:gd name="connsiteY31" fmla="*/ 2749441 h 3321595"/>
              <a:gd name="connsiteX32" fmla="*/ 2999005 w 3938337"/>
              <a:gd name="connsiteY32" fmla="*/ 2635829 h 3321595"/>
              <a:gd name="connsiteX33" fmla="*/ 3701177 w 3938337"/>
              <a:gd name="connsiteY33" fmla="*/ 2041901 h 3321595"/>
              <a:gd name="connsiteX34" fmla="*/ 3938337 w 3938337"/>
              <a:gd name="connsiteY34" fmla="*/ 1404055 h 3321595"/>
              <a:gd name="connsiteX35" fmla="*/ 3527383 w 3938337"/>
              <a:gd name="connsiteY35" fmla="*/ 1974 h 3321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3938337" h="3321595">
                <a:moveTo>
                  <a:pt x="1166365" y="0"/>
                </a:moveTo>
                <a:lnTo>
                  <a:pt x="107576" y="0"/>
                </a:lnTo>
                <a:lnTo>
                  <a:pt x="66927" y="0"/>
                </a:lnTo>
                <a:lnTo>
                  <a:pt x="0" y="0"/>
                </a:lnTo>
                <a:lnTo>
                  <a:pt x="0" y="59511"/>
                </a:lnTo>
                <a:lnTo>
                  <a:pt x="0" y="155390"/>
                </a:lnTo>
                <a:lnTo>
                  <a:pt x="0" y="901114"/>
                </a:lnTo>
                <a:lnTo>
                  <a:pt x="4" y="901114"/>
                </a:lnTo>
                <a:lnTo>
                  <a:pt x="4" y="471771"/>
                </a:lnTo>
                <a:lnTo>
                  <a:pt x="50187" y="407556"/>
                </a:lnTo>
                <a:cubicBezTo>
                  <a:pt x="138559" y="305382"/>
                  <a:pt x="239680" y="208703"/>
                  <a:pt x="352921" y="118259"/>
                </a:cubicBezTo>
                <a:lnTo>
                  <a:pt x="514890" y="2"/>
                </a:lnTo>
                <a:lnTo>
                  <a:pt x="1166365" y="2"/>
                </a:lnTo>
                <a:close/>
                <a:moveTo>
                  <a:pt x="3525817" y="0"/>
                </a:moveTo>
                <a:lnTo>
                  <a:pt x="3384145" y="0"/>
                </a:lnTo>
                <a:lnTo>
                  <a:pt x="3385646" y="1904"/>
                </a:lnTo>
                <a:cubicBezTo>
                  <a:pt x="3641155" y="363079"/>
                  <a:pt x="3780089" y="835723"/>
                  <a:pt x="3780089" y="1354125"/>
                </a:cubicBezTo>
                <a:cubicBezTo>
                  <a:pt x="3780089" y="1590500"/>
                  <a:pt x="3709854" y="1780209"/>
                  <a:pt x="3552458" y="1969288"/>
                </a:cubicBezTo>
                <a:cubicBezTo>
                  <a:pt x="3511300" y="2018735"/>
                  <a:pt x="3464970" y="2067206"/>
                  <a:pt x="3414534" y="2115111"/>
                </a:cubicBezTo>
                <a:lnTo>
                  <a:pt x="3395732" y="2131585"/>
                </a:lnTo>
                <a:lnTo>
                  <a:pt x="3390273" y="2137223"/>
                </a:lnTo>
                <a:lnTo>
                  <a:pt x="3348116" y="2173305"/>
                </a:lnTo>
                <a:lnTo>
                  <a:pt x="3251972" y="2257543"/>
                </a:lnTo>
                <a:cubicBezTo>
                  <a:pt x="3136805" y="2351916"/>
                  <a:pt x="3009474" y="2445671"/>
                  <a:pt x="2878500" y="2542096"/>
                </a:cubicBezTo>
                <a:cubicBezTo>
                  <a:pt x="2830172" y="2577632"/>
                  <a:pt x="2780245" y="2614426"/>
                  <a:pt x="2730320" y="2651667"/>
                </a:cubicBezTo>
                <a:cubicBezTo>
                  <a:pt x="2283426" y="2984960"/>
                  <a:pt x="1957258" y="3203474"/>
                  <a:pt x="1512716" y="3203474"/>
                </a:cubicBezTo>
                <a:cubicBezTo>
                  <a:pt x="920041" y="3203474"/>
                  <a:pt x="478682" y="2998110"/>
                  <a:pt x="78219" y="2525579"/>
                </a:cubicBezTo>
                <a:lnTo>
                  <a:pt x="0" y="2428877"/>
                </a:lnTo>
                <a:lnTo>
                  <a:pt x="0" y="2518435"/>
                </a:lnTo>
                <a:lnTo>
                  <a:pt x="81495" y="2618704"/>
                </a:lnTo>
                <a:cubicBezTo>
                  <a:pt x="498723" y="3108658"/>
                  <a:pt x="958559" y="3321595"/>
                  <a:pt x="1576046" y="3321595"/>
                </a:cubicBezTo>
                <a:cubicBezTo>
                  <a:pt x="2039197" y="3321595"/>
                  <a:pt x="2379018" y="3095023"/>
                  <a:pt x="2844621" y="2749441"/>
                </a:cubicBezTo>
                <a:cubicBezTo>
                  <a:pt x="2896636" y="2710827"/>
                  <a:pt x="2948653" y="2672676"/>
                  <a:pt x="2999005" y="2635829"/>
                </a:cubicBezTo>
                <a:cubicBezTo>
                  <a:pt x="3271919" y="2435869"/>
                  <a:pt x="3529651" y="2246981"/>
                  <a:pt x="3701177" y="2041901"/>
                </a:cubicBezTo>
                <a:cubicBezTo>
                  <a:pt x="3865161" y="1845849"/>
                  <a:pt x="3938337" y="1649145"/>
                  <a:pt x="3938337" y="1404055"/>
                </a:cubicBezTo>
                <a:cubicBezTo>
                  <a:pt x="3938337" y="866538"/>
                  <a:pt x="3793587" y="376466"/>
                  <a:pt x="3527383" y="1974"/>
                </a:cubicBezTo>
                <a:close/>
              </a:path>
            </a:pathLst>
          </a:custGeom>
          <a:solidFill>
            <a:srgbClr val="FFF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 name="Footer Placeholder 3">
            <a:extLst>
              <a:ext uri="{FF2B5EF4-FFF2-40B4-BE49-F238E27FC236}">
                <a16:creationId xmlns:a16="http://schemas.microsoft.com/office/drawing/2014/main" id="{14E217F9-402D-97A1-B2BF-610ACF05CD14}"/>
              </a:ext>
            </a:extLst>
          </p:cNvPr>
          <p:cNvSpPr>
            <a:spLocks noGrp="1"/>
          </p:cNvSpPr>
          <p:nvPr>
            <p:ph type="ftr" sz="quarter" idx="11"/>
          </p:nvPr>
        </p:nvSpPr>
        <p:spPr>
          <a:xfrm>
            <a:off x="4932301" y="6355080"/>
            <a:ext cx="5766179" cy="365760"/>
          </a:xfrm>
        </p:spPr>
        <p:txBody>
          <a:bodyPr vert="horz" lIns="91440" tIns="45720" rIns="91440" bIns="45720" rtlCol="0" anchor="ctr">
            <a:normAutofit/>
          </a:bodyPr>
          <a:lstStyle/>
          <a:p>
            <a:pPr algn="r">
              <a:spcAft>
                <a:spcPts val="600"/>
              </a:spcAft>
            </a:pPr>
            <a:r>
              <a:rPr lang="en-US" kern="1200">
                <a:solidFill>
                  <a:schemeClr val="tx1">
                    <a:lumMod val="75000"/>
                    <a:lumOff val="25000"/>
                  </a:schemeClr>
                </a:solidFill>
                <a:latin typeface="+mn-lt"/>
                <a:ea typeface="+mn-ea"/>
                <a:cs typeface="+mn-cs"/>
              </a:rPr>
              <a:t>Capstone Project by Lavinia Poutu - April 2026</a:t>
            </a:r>
          </a:p>
        </p:txBody>
      </p:sp>
      <p:sp>
        <p:nvSpPr>
          <p:cNvPr id="5" name="Slide Number Placeholder 4">
            <a:extLst>
              <a:ext uri="{FF2B5EF4-FFF2-40B4-BE49-F238E27FC236}">
                <a16:creationId xmlns:a16="http://schemas.microsoft.com/office/drawing/2014/main" id="{ED2DA7B6-8BF4-ADDB-12F6-81F7EFD21A96}"/>
              </a:ext>
            </a:extLst>
          </p:cNvPr>
          <p:cNvSpPr>
            <a:spLocks noGrp="1"/>
          </p:cNvSpPr>
          <p:nvPr>
            <p:ph type="sldNum" sz="quarter" idx="12"/>
          </p:nvPr>
        </p:nvSpPr>
        <p:spPr>
          <a:xfrm>
            <a:off x="10853928" y="6355080"/>
            <a:ext cx="1188720" cy="365760"/>
          </a:xfrm>
        </p:spPr>
        <p:txBody>
          <a:bodyPr vert="horz" lIns="91440" tIns="45720" rIns="91440" bIns="45720" rtlCol="0" anchor="ctr">
            <a:normAutofit/>
          </a:bodyPr>
          <a:lstStyle/>
          <a:p>
            <a:pPr algn="l">
              <a:spcAft>
                <a:spcPts val="600"/>
              </a:spcAft>
            </a:pPr>
            <a:fld id="{CC85BB5F-1EAE-4028-A1B9-97806A69F1AE}" type="slidenum">
              <a:rPr lang="en-US" sz="1600">
                <a:solidFill>
                  <a:schemeClr val="tx1">
                    <a:lumMod val="75000"/>
                    <a:lumOff val="25000"/>
                  </a:schemeClr>
                </a:solidFill>
              </a:rPr>
              <a:pPr algn="l">
                <a:spcAft>
                  <a:spcPts val="600"/>
                </a:spcAft>
              </a:pPr>
              <a:t>18</a:t>
            </a:fld>
            <a:endParaRPr lang="en-US" sz="1600">
              <a:solidFill>
                <a:schemeClr val="tx1">
                  <a:lumMod val="75000"/>
                  <a:lumOff val="25000"/>
                </a:schemeClr>
              </a:solidFill>
            </a:endParaRPr>
          </a:p>
        </p:txBody>
      </p:sp>
      <p:sp>
        <p:nvSpPr>
          <p:cNvPr id="6" name="AutoShape 2" descr="Welcome to Aotearoa">
            <a:extLst>
              <a:ext uri="{FF2B5EF4-FFF2-40B4-BE49-F238E27FC236}">
                <a16:creationId xmlns:a16="http://schemas.microsoft.com/office/drawing/2014/main" id="{A9B20143-499D-35A1-AF48-518C8958EE93}"/>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NZ"/>
          </a:p>
        </p:txBody>
      </p:sp>
      <p:sp>
        <p:nvSpPr>
          <p:cNvPr id="3" name="Content Placeholder 2">
            <a:extLst>
              <a:ext uri="{FF2B5EF4-FFF2-40B4-BE49-F238E27FC236}">
                <a16:creationId xmlns:a16="http://schemas.microsoft.com/office/drawing/2014/main" id="{3195443E-85E6-EAE5-ABDA-E46732E3E315}"/>
              </a:ext>
            </a:extLst>
          </p:cNvPr>
          <p:cNvSpPr txBox="1">
            <a:spLocks/>
          </p:cNvSpPr>
          <p:nvPr/>
        </p:nvSpPr>
        <p:spPr>
          <a:xfrm>
            <a:off x="6248401" y="368490"/>
            <a:ext cx="5557622" cy="5830544"/>
          </a:xfrm>
          <a:prstGeom prst="rect">
            <a:avLst/>
          </a:prstGeom>
        </p:spPr>
        <p:txBody>
          <a:bodyPr vert="horz" lIns="91440" tIns="45720" rIns="91440" bIns="4572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NZ" sz="2800" b="1" u="sng" dirty="0">
                <a:solidFill>
                  <a:schemeClr val="tx1">
                    <a:alpha val="80000"/>
                  </a:schemeClr>
                </a:solidFill>
              </a:rPr>
              <a:t>References:</a:t>
            </a:r>
          </a:p>
          <a:p>
            <a:pPr algn="l"/>
            <a:r>
              <a:rPr lang="en-NZ" sz="1600" dirty="0">
                <a:solidFill>
                  <a:schemeClr val="tx1">
                    <a:alpha val="80000"/>
                  </a:schemeClr>
                </a:solidFill>
              </a:rPr>
              <a:t>Code and README file is here:</a:t>
            </a:r>
          </a:p>
          <a:p>
            <a:pPr algn="l"/>
            <a:r>
              <a:rPr lang="en-GB" sz="1600" dirty="0"/>
              <a:t>https://github.com/lavip120-a11y/CapStoneProject2026.git</a:t>
            </a:r>
            <a:endParaRPr lang="en-NZ" sz="1600" dirty="0"/>
          </a:p>
          <a:p>
            <a:pPr lvl="0" algn="l"/>
            <a:r>
              <a:rPr lang="en-GB" sz="2800" b="1" u="sng" dirty="0"/>
              <a:t>Resources Used:</a:t>
            </a:r>
          </a:p>
          <a:p>
            <a:pPr lvl="0" algn="l"/>
            <a:r>
              <a:rPr lang="en-GB" sz="1600" dirty="0"/>
              <a:t>Git – repository for code</a:t>
            </a:r>
            <a:endParaRPr lang="en-NZ" sz="1600" dirty="0"/>
          </a:p>
          <a:p>
            <a:pPr lvl="0" algn="l"/>
            <a:r>
              <a:rPr lang="en-GB" sz="1600" dirty="0"/>
              <a:t>Visual Studio Code – terminal</a:t>
            </a:r>
            <a:endParaRPr lang="en-NZ" sz="1600" dirty="0"/>
          </a:p>
          <a:p>
            <a:pPr lvl="0" algn="l"/>
            <a:r>
              <a:rPr lang="en-GB" sz="1600" dirty="0" err="1"/>
              <a:t>ThunderClient</a:t>
            </a:r>
            <a:r>
              <a:rPr lang="en-GB" sz="1600" dirty="0"/>
              <a:t> - testing</a:t>
            </a:r>
            <a:endParaRPr lang="en-NZ" sz="1600" dirty="0"/>
          </a:p>
          <a:p>
            <a:pPr lvl="0" algn="l"/>
            <a:r>
              <a:rPr lang="en-GB" sz="1600" dirty="0"/>
              <a:t>React </a:t>
            </a:r>
            <a:endParaRPr lang="en-NZ" sz="1600" dirty="0"/>
          </a:p>
          <a:p>
            <a:pPr lvl="0" algn="l"/>
            <a:r>
              <a:rPr lang="en-GB" sz="1600" dirty="0"/>
              <a:t>Material UI – templates and components</a:t>
            </a:r>
            <a:endParaRPr lang="en-NZ" sz="1600" dirty="0"/>
          </a:p>
          <a:p>
            <a:pPr lvl="0" algn="l"/>
            <a:r>
              <a:rPr lang="en-GB" sz="1600" dirty="0"/>
              <a:t>CSS</a:t>
            </a:r>
          </a:p>
          <a:p>
            <a:pPr lvl="0" algn="l"/>
            <a:r>
              <a:rPr lang="en-GB" sz="1600" dirty="0"/>
              <a:t>MySQL</a:t>
            </a:r>
            <a:endParaRPr lang="en-NZ" sz="1600" dirty="0"/>
          </a:p>
          <a:p>
            <a:pPr lvl="0" algn="l"/>
            <a:r>
              <a:rPr lang="en-GB" sz="1600" dirty="0" err="1"/>
              <a:t>Sequelise</a:t>
            </a:r>
            <a:endParaRPr lang="en-NZ" sz="1600" dirty="0"/>
          </a:p>
          <a:p>
            <a:pPr lvl="0" algn="l"/>
            <a:r>
              <a:rPr lang="en-GB" sz="1600" dirty="0"/>
              <a:t>Nodejs, </a:t>
            </a:r>
            <a:r>
              <a:rPr lang="en-GB" sz="1600" dirty="0" err="1"/>
              <a:t>nodemon</a:t>
            </a:r>
            <a:endParaRPr lang="en-GB" sz="1600" dirty="0"/>
          </a:p>
          <a:p>
            <a:pPr lvl="0" algn="l"/>
            <a:r>
              <a:rPr lang="en-GB" sz="1600" dirty="0"/>
              <a:t>Express</a:t>
            </a:r>
          </a:p>
          <a:p>
            <a:pPr lvl="0" algn="l"/>
            <a:r>
              <a:rPr lang="en-GB" sz="1600" dirty="0"/>
              <a:t>Axios library</a:t>
            </a:r>
          </a:p>
          <a:p>
            <a:pPr lvl="0" algn="l"/>
            <a:r>
              <a:rPr lang="en-GB" sz="1600" dirty="0"/>
              <a:t>A full list of resources can be viewed in </a:t>
            </a:r>
            <a:r>
              <a:rPr lang="en-GB" sz="1600" dirty="0" err="1"/>
              <a:t>package.json</a:t>
            </a:r>
            <a:endParaRPr lang="en-GB" sz="1600" dirty="0"/>
          </a:p>
          <a:p>
            <a:pPr lvl="0" algn="l"/>
            <a:endParaRPr lang="en-NZ" sz="1600" dirty="0"/>
          </a:p>
          <a:p>
            <a:pPr algn="l"/>
            <a:endParaRPr lang="en-NZ" sz="1600" dirty="0">
              <a:solidFill>
                <a:schemeClr val="tx1">
                  <a:alpha val="80000"/>
                </a:schemeClr>
              </a:solidFill>
            </a:endParaRPr>
          </a:p>
          <a:p>
            <a:pPr algn="l"/>
            <a:endParaRPr lang="en-NZ" sz="1600" dirty="0">
              <a:solidFill>
                <a:schemeClr val="tx1">
                  <a:alpha val="80000"/>
                </a:schemeClr>
              </a:solidFill>
            </a:endParaRPr>
          </a:p>
        </p:txBody>
      </p:sp>
      <p:pic>
        <p:nvPicPr>
          <p:cNvPr id="8" name="Picture 7">
            <a:extLst>
              <a:ext uri="{FF2B5EF4-FFF2-40B4-BE49-F238E27FC236}">
                <a16:creationId xmlns:a16="http://schemas.microsoft.com/office/drawing/2014/main" id="{790243F0-4ABF-2B25-21BE-C147966B597C}"/>
              </a:ext>
            </a:extLst>
          </p:cNvPr>
          <p:cNvPicPr>
            <a:picLocks noChangeAspect="1"/>
          </p:cNvPicPr>
          <p:nvPr/>
        </p:nvPicPr>
        <p:blipFill>
          <a:blip r:embed="rId3"/>
          <a:stretch>
            <a:fillRect/>
          </a:stretch>
        </p:blipFill>
        <p:spPr>
          <a:xfrm>
            <a:off x="-50512" y="4430477"/>
            <a:ext cx="5913088" cy="2427522"/>
          </a:xfrm>
          <a:prstGeom prst="rect">
            <a:avLst/>
          </a:prstGeom>
        </p:spPr>
      </p:pic>
    </p:spTree>
    <p:extLst>
      <p:ext uri="{BB962C8B-B14F-4D97-AF65-F5344CB8AC3E}">
        <p14:creationId xmlns:p14="http://schemas.microsoft.com/office/powerpoint/2010/main" val="171563377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5EE05B-11B4-DF04-5792-27C8E4D187C8}"/>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406CD549-2C3C-D800-9A99-5D9D98CE0E92}"/>
              </a:ext>
            </a:extLst>
          </p:cNvPr>
          <p:cNvSpPr>
            <a:spLocks noGrp="1"/>
          </p:cNvSpPr>
          <p:nvPr>
            <p:ph type="ftr" sz="quarter" idx="11"/>
          </p:nvPr>
        </p:nvSpPr>
        <p:spPr>
          <a:xfrm>
            <a:off x="7039201" y="6277692"/>
            <a:ext cx="4114800" cy="365125"/>
          </a:xfrm>
        </p:spPr>
        <p:txBody>
          <a:bodyPr/>
          <a:lstStyle/>
          <a:p>
            <a:r>
              <a:rPr lang="en-US" dirty="0"/>
              <a:t>Capstone Project by Lavinia Poutu - April 2026</a:t>
            </a:r>
            <a:endParaRPr lang="en-NZ" dirty="0"/>
          </a:p>
        </p:txBody>
      </p:sp>
      <p:sp>
        <p:nvSpPr>
          <p:cNvPr id="6" name="AutoShape 2" descr="Welcome to Aotearoa">
            <a:extLst>
              <a:ext uri="{FF2B5EF4-FFF2-40B4-BE49-F238E27FC236}">
                <a16:creationId xmlns:a16="http://schemas.microsoft.com/office/drawing/2014/main" id="{5DBF9B75-FF65-A166-93AC-326BACFED816}"/>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NZ"/>
          </a:p>
        </p:txBody>
      </p:sp>
      <p:sp>
        <p:nvSpPr>
          <p:cNvPr id="11" name="TextBox 10">
            <a:extLst>
              <a:ext uri="{FF2B5EF4-FFF2-40B4-BE49-F238E27FC236}">
                <a16:creationId xmlns:a16="http://schemas.microsoft.com/office/drawing/2014/main" id="{9595BACE-B0A1-B6CE-4D3D-8735F87569C9}"/>
              </a:ext>
            </a:extLst>
          </p:cNvPr>
          <p:cNvSpPr txBox="1"/>
          <p:nvPr/>
        </p:nvSpPr>
        <p:spPr>
          <a:xfrm>
            <a:off x="6248400" y="215183"/>
            <a:ext cx="5848096" cy="830997"/>
          </a:xfrm>
          <a:prstGeom prst="rect">
            <a:avLst/>
          </a:prstGeom>
          <a:noFill/>
        </p:spPr>
        <p:txBody>
          <a:bodyPr wrap="square" rtlCol="0">
            <a:spAutoFit/>
          </a:bodyPr>
          <a:lstStyle/>
          <a:p>
            <a:pPr algn="ctr"/>
            <a:r>
              <a:rPr lang="en-NZ" sz="4800" b="1" dirty="0"/>
              <a:t>DEMONSTRATION</a:t>
            </a:r>
          </a:p>
        </p:txBody>
      </p:sp>
      <p:sp>
        <p:nvSpPr>
          <p:cNvPr id="3" name="Content Placeholder 2">
            <a:extLst>
              <a:ext uri="{FF2B5EF4-FFF2-40B4-BE49-F238E27FC236}">
                <a16:creationId xmlns:a16="http://schemas.microsoft.com/office/drawing/2014/main" id="{4A1B0AD0-8F3D-C440-9602-2796C357D05C}"/>
              </a:ext>
            </a:extLst>
          </p:cNvPr>
          <p:cNvSpPr txBox="1">
            <a:spLocks/>
          </p:cNvSpPr>
          <p:nvPr/>
        </p:nvSpPr>
        <p:spPr>
          <a:xfrm>
            <a:off x="7363076" y="1728283"/>
            <a:ext cx="4357554" cy="4245762"/>
          </a:xfrm>
          <a:prstGeom prst="rect">
            <a:avLst/>
          </a:prstGeom>
        </p:spPr>
        <p:txBody>
          <a:bodyPr vert="horz" lIns="91440" tIns="45720" rIns="91440" bIns="4572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NZ" sz="3200" dirty="0">
                <a:solidFill>
                  <a:schemeClr val="tx1">
                    <a:alpha val="80000"/>
                  </a:schemeClr>
                </a:solidFill>
              </a:rPr>
              <a:t>Landing Page</a:t>
            </a:r>
          </a:p>
          <a:p>
            <a:pPr algn="l"/>
            <a:r>
              <a:rPr lang="en-NZ" sz="3200" dirty="0">
                <a:solidFill>
                  <a:schemeClr val="tx1">
                    <a:alpha val="80000"/>
                  </a:schemeClr>
                </a:solidFill>
              </a:rPr>
              <a:t>Links</a:t>
            </a:r>
          </a:p>
          <a:p>
            <a:pPr algn="l"/>
            <a:r>
              <a:rPr lang="en-NZ" sz="3200" dirty="0">
                <a:solidFill>
                  <a:schemeClr val="tx1">
                    <a:alpha val="80000"/>
                  </a:schemeClr>
                </a:solidFill>
              </a:rPr>
              <a:t>Login</a:t>
            </a:r>
          </a:p>
          <a:p>
            <a:pPr algn="l"/>
            <a:r>
              <a:rPr lang="en-NZ" sz="3200" dirty="0">
                <a:solidFill>
                  <a:schemeClr val="tx1">
                    <a:alpha val="80000"/>
                  </a:schemeClr>
                </a:solidFill>
              </a:rPr>
              <a:t>Sign-Up</a:t>
            </a:r>
          </a:p>
          <a:p>
            <a:pPr algn="l"/>
            <a:r>
              <a:rPr lang="en-NZ" sz="3200" dirty="0">
                <a:solidFill>
                  <a:schemeClr val="tx1">
                    <a:alpha val="80000"/>
                  </a:schemeClr>
                </a:solidFill>
              </a:rPr>
              <a:t>Chat-Forum</a:t>
            </a:r>
          </a:p>
          <a:p>
            <a:pPr algn="l"/>
            <a:r>
              <a:rPr lang="en-NZ" sz="3200" dirty="0">
                <a:solidFill>
                  <a:schemeClr val="tx1">
                    <a:alpha val="80000"/>
                  </a:schemeClr>
                </a:solidFill>
              </a:rPr>
              <a:t>Database</a:t>
            </a:r>
          </a:p>
          <a:p>
            <a:pPr algn="l"/>
            <a:r>
              <a:rPr lang="en-NZ" sz="3200" dirty="0">
                <a:solidFill>
                  <a:schemeClr val="tx1">
                    <a:alpha val="80000"/>
                  </a:schemeClr>
                </a:solidFill>
              </a:rPr>
              <a:t>Tables / schema</a:t>
            </a:r>
          </a:p>
          <a:p>
            <a:pPr algn="l"/>
            <a:endParaRPr lang="en-NZ" sz="2800" dirty="0">
              <a:solidFill>
                <a:schemeClr val="tx1">
                  <a:alpha val="80000"/>
                </a:schemeClr>
              </a:solidFill>
            </a:endParaRPr>
          </a:p>
        </p:txBody>
      </p:sp>
      <p:sp>
        <p:nvSpPr>
          <p:cNvPr id="9" name="Title 1">
            <a:extLst>
              <a:ext uri="{FF2B5EF4-FFF2-40B4-BE49-F238E27FC236}">
                <a16:creationId xmlns:a16="http://schemas.microsoft.com/office/drawing/2014/main" id="{08A626FA-2B49-0ADC-BEAE-EB7281C40E0A}"/>
              </a:ext>
            </a:extLst>
          </p:cNvPr>
          <p:cNvSpPr txBox="1">
            <a:spLocks/>
          </p:cNvSpPr>
          <p:nvPr/>
        </p:nvSpPr>
        <p:spPr>
          <a:xfrm>
            <a:off x="385977" y="0"/>
            <a:ext cx="5643015" cy="1142593"/>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NZ" dirty="0"/>
              <a:t>Tairawhiti Rising</a:t>
            </a:r>
          </a:p>
        </p:txBody>
      </p:sp>
      <p:sp>
        <p:nvSpPr>
          <p:cNvPr id="5" name="Slide Number Placeholder 4">
            <a:extLst>
              <a:ext uri="{FF2B5EF4-FFF2-40B4-BE49-F238E27FC236}">
                <a16:creationId xmlns:a16="http://schemas.microsoft.com/office/drawing/2014/main" id="{1F5FC431-071F-605B-941D-62D9CFA8A5AA}"/>
              </a:ext>
            </a:extLst>
          </p:cNvPr>
          <p:cNvSpPr>
            <a:spLocks noGrp="1"/>
          </p:cNvSpPr>
          <p:nvPr>
            <p:ph type="sldNum" sz="quarter" idx="12"/>
          </p:nvPr>
        </p:nvSpPr>
        <p:spPr/>
        <p:txBody>
          <a:bodyPr/>
          <a:lstStyle/>
          <a:p>
            <a:fld id="{CC85BB5F-1EAE-4028-A1B9-97806A69F1AE}" type="slidenum">
              <a:rPr lang="en-NZ" smtClean="0"/>
              <a:t>19</a:t>
            </a:fld>
            <a:endParaRPr lang="en-NZ"/>
          </a:p>
        </p:txBody>
      </p:sp>
      <p:pic>
        <p:nvPicPr>
          <p:cNvPr id="8" name="Picture 7">
            <a:extLst>
              <a:ext uri="{FF2B5EF4-FFF2-40B4-BE49-F238E27FC236}">
                <a16:creationId xmlns:a16="http://schemas.microsoft.com/office/drawing/2014/main" id="{D0DCF0F2-1AF9-AB6F-9621-678023C36F87}"/>
              </a:ext>
            </a:extLst>
          </p:cNvPr>
          <p:cNvPicPr>
            <a:picLocks noChangeAspect="1"/>
          </p:cNvPicPr>
          <p:nvPr/>
        </p:nvPicPr>
        <p:blipFill>
          <a:blip r:embed="rId3"/>
          <a:stretch>
            <a:fillRect/>
          </a:stretch>
        </p:blipFill>
        <p:spPr>
          <a:xfrm>
            <a:off x="471370" y="1046180"/>
            <a:ext cx="5472230" cy="5609968"/>
          </a:xfrm>
          <a:prstGeom prst="rect">
            <a:avLst/>
          </a:prstGeom>
        </p:spPr>
      </p:pic>
    </p:spTree>
    <p:extLst>
      <p:ext uri="{BB962C8B-B14F-4D97-AF65-F5344CB8AC3E}">
        <p14:creationId xmlns:p14="http://schemas.microsoft.com/office/powerpoint/2010/main" val="329858882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E1B8F5D-A182-44E6-9733-AD9650B0BA75}"/>
            </a:ext>
          </a:extLst>
        </p:cNvPr>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9B7AD9F6-8CE7-4299-8FC6-328F4DCD3F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299EAFF8-DB77-FC0F-CBFC-C4D0D9D802AF}"/>
              </a:ext>
            </a:extLst>
          </p:cNvPr>
          <p:cNvPicPr>
            <a:picLocks noChangeAspect="1"/>
          </p:cNvPicPr>
          <p:nvPr/>
        </p:nvPicPr>
        <p:blipFill>
          <a:blip r:embed="rId3"/>
          <a:stretch>
            <a:fillRect/>
          </a:stretch>
        </p:blipFill>
        <p:spPr>
          <a:xfrm>
            <a:off x="-9277" y="0"/>
            <a:ext cx="6096000" cy="6858000"/>
          </a:xfrm>
          <a:prstGeom prst="rect">
            <a:avLst/>
          </a:prstGeom>
        </p:spPr>
      </p:pic>
      <p:sp>
        <p:nvSpPr>
          <p:cNvPr id="14" name="Title 1">
            <a:extLst>
              <a:ext uri="{FF2B5EF4-FFF2-40B4-BE49-F238E27FC236}">
                <a16:creationId xmlns:a16="http://schemas.microsoft.com/office/drawing/2014/main" id="{20FF3B16-6C63-BAF2-D20F-50DF33B0016D}"/>
              </a:ext>
            </a:extLst>
          </p:cNvPr>
          <p:cNvSpPr>
            <a:spLocks noGrp="1"/>
          </p:cNvSpPr>
          <p:nvPr>
            <p:ph type="ctrTitle"/>
          </p:nvPr>
        </p:nvSpPr>
        <p:spPr>
          <a:xfrm>
            <a:off x="888813" y="4409267"/>
            <a:ext cx="3734014" cy="2110040"/>
          </a:xfrm>
        </p:spPr>
        <p:txBody>
          <a:bodyPr vert="horz" lIns="91440" tIns="45720" rIns="91440" bIns="45720" rtlCol="0" anchor="b">
            <a:normAutofit/>
          </a:bodyPr>
          <a:lstStyle/>
          <a:p>
            <a:pPr algn="l"/>
            <a:r>
              <a:rPr lang="en-US" sz="5400" dirty="0">
                <a:solidFill>
                  <a:schemeClr val="bg1"/>
                </a:solidFill>
              </a:rPr>
              <a:t>Tairawhiti Rising</a:t>
            </a:r>
          </a:p>
        </p:txBody>
      </p:sp>
      <p:sp>
        <p:nvSpPr>
          <p:cNvPr id="11" name="TextBox 10">
            <a:extLst>
              <a:ext uri="{FF2B5EF4-FFF2-40B4-BE49-F238E27FC236}">
                <a16:creationId xmlns:a16="http://schemas.microsoft.com/office/drawing/2014/main" id="{CF4A4E25-A35F-F04F-42FE-37EA31636A3D}"/>
              </a:ext>
            </a:extLst>
          </p:cNvPr>
          <p:cNvSpPr txBox="1"/>
          <p:nvPr/>
        </p:nvSpPr>
        <p:spPr>
          <a:xfrm>
            <a:off x="632228" y="338693"/>
            <a:ext cx="4679474" cy="1572768"/>
          </a:xfrm>
          <a:prstGeom prst="rect">
            <a:avLst/>
          </a:prstGeom>
        </p:spPr>
        <p:txBody>
          <a:bodyPr vert="horz" lIns="91440" tIns="45720" rIns="91440" bIns="45720" rtlCol="0">
            <a:noAutofit/>
          </a:bodyPr>
          <a:lstStyle/>
          <a:p>
            <a:pPr>
              <a:lnSpc>
                <a:spcPct val="90000"/>
              </a:lnSpc>
              <a:spcBef>
                <a:spcPts val="1000"/>
              </a:spcBef>
            </a:pPr>
            <a:r>
              <a:rPr lang="en-US" sz="6000" b="1" dirty="0"/>
              <a:t>Questions and Answers</a:t>
            </a:r>
          </a:p>
        </p:txBody>
      </p:sp>
      <p:sp>
        <p:nvSpPr>
          <p:cNvPr id="26" name="sketchy line">
            <a:extLst>
              <a:ext uri="{FF2B5EF4-FFF2-40B4-BE49-F238E27FC236}">
                <a16:creationId xmlns:a16="http://schemas.microsoft.com/office/drawing/2014/main" id="{F49775AF-8896-43EE-92C6-83497D6DC5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90338" y="4409267"/>
            <a:ext cx="3474720" cy="18288"/>
          </a:xfrm>
          <a:custGeom>
            <a:avLst/>
            <a:gdLst>
              <a:gd name="csX0" fmla="*/ 0 w 3474720"/>
              <a:gd name="csY0" fmla="*/ 0 h 18288"/>
              <a:gd name="csX1" fmla="*/ 694944 w 3474720"/>
              <a:gd name="csY1" fmla="*/ 0 h 18288"/>
              <a:gd name="csX2" fmla="*/ 1355141 w 3474720"/>
              <a:gd name="csY2" fmla="*/ 0 h 18288"/>
              <a:gd name="csX3" fmla="*/ 2015338 w 3474720"/>
              <a:gd name="csY3" fmla="*/ 0 h 18288"/>
              <a:gd name="csX4" fmla="*/ 2779776 w 3474720"/>
              <a:gd name="csY4" fmla="*/ 0 h 18288"/>
              <a:gd name="csX5" fmla="*/ 3474720 w 3474720"/>
              <a:gd name="csY5" fmla="*/ 0 h 18288"/>
              <a:gd name="csX6" fmla="*/ 3474720 w 3474720"/>
              <a:gd name="csY6" fmla="*/ 18288 h 18288"/>
              <a:gd name="csX7" fmla="*/ 2779776 w 3474720"/>
              <a:gd name="csY7" fmla="*/ 18288 h 18288"/>
              <a:gd name="csX8" fmla="*/ 2189074 w 3474720"/>
              <a:gd name="csY8" fmla="*/ 18288 h 18288"/>
              <a:gd name="csX9" fmla="*/ 1528877 w 3474720"/>
              <a:gd name="csY9" fmla="*/ 18288 h 18288"/>
              <a:gd name="csX10" fmla="*/ 868680 w 3474720"/>
              <a:gd name="csY10" fmla="*/ 18288 h 18288"/>
              <a:gd name="csX11" fmla="*/ 0 w 3474720"/>
              <a:gd name="csY11" fmla="*/ 18288 h 18288"/>
              <a:gd name="csX12" fmla="*/ 0 w 3474720"/>
              <a:gd name="csY12"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3474720" h="18288" fill="none" extrusionOk="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w="3474720" h="18288" stroke="0" extrusionOk="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EA8D342D-BB64-EEB8-0ACE-71434AE8AC5C}"/>
              </a:ext>
            </a:extLst>
          </p:cNvPr>
          <p:cNvPicPr>
            <a:picLocks noChangeAspect="1"/>
          </p:cNvPicPr>
          <p:nvPr/>
        </p:nvPicPr>
        <p:blipFill>
          <a:blip r:embed="rId4"/>
          <a:srcRect t="3146" r="-1" b="14104"/>
          <a:stretch>
            <a:fillRect/>
          </a:stretch>
        </p:blipFill>
        <p:spPr>
          <a:xfrm>
            <a:off x="5311702" y="1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
        <p:nvSpPr>
          <p:cNvPr id="4" name="Footer Placeholder 3">
            <a:extLst>
              <a:ext uri="{FF2B5EF4-FFF2-40B4-BE49-F238E27FC236}">
                <a16:creationId xmlns:a16="http://schemas.microsoft.com/office/drawing/2014/main" id="{498697A9-26AD-9F5E-9EB3-D66A8B58A00B}"/>
              </a:ext>
            </a:extLst>
          </p:cNvPr>
          <p:cNvSpPr>
            <a:spLocks noGrp="1"/>
          </p:cNvSpPr>
          <p:nvPr>
            <p:ph type="ftr" sz="quarter" idx="11"/>
          </p:nvPr>
        </p:nvSpPr>
        <p:spPr>
          <a:xfrm>
            <a:off x="6105278" y="6356350"/>
            <a:ext cx="4114800" cy="365125"/>
          </a:xfrm>
        </p:spPr>
        <p:txBody>
          <a:bodyPr vert="horz" lIns="91440" tIns="45720" rIns="91440" bIns="45720" rtlCol="0" anchor="ctr">
            <a:normAutofit/>
          </a:bodyPr>
          <a:lstStyle/>
          <a:p>
            <a:pPr algn="l">
              <a:spcAft>
                <a:spcPts val="600"/>
              </a:spcAft>
              <a:defRPr/>
            </a:pPr>
            <a:r>
              <a:rPr lang="en-US" kern="1200">
                <a:solidFill>
                  <a:srgbClr val="FFFFFF"/>
                </a:solidFill>
                <a:latin typeface="Calibri" panose="020F0502020204030204"/>
                <a:ea typeface="+mn-ea"/>
                <a:cs typeface="+mn-cs"/>
              </a:rPr>
              <a:t>Capstone Project by Lavinia Poutu - April 2026</a:t>
            </a:r>
          </a:p>
        </p:txBody>
      </p:sp>
      <p:sp>
        <p:nvSpPr>
          <p:cNvPr id="2" name="Slide Number Placeholder 1">
            <a:extLst>
              <a:ext uri="{FF2B5EF4-FFF2-40B4-BE49-F238E27FC236}">
                <a16:creationId xmlns:a16="http://schemas.microsoft.com/office/drawing/2014/main" id="{C7BF5316-C72F-5CA7-CFAA-60C69A20B294}"/>
              </a:ext>
            </a:extLst>
          </p:cNvPr>
          <p:cNvSpPr>
            <a:spLocks noGrp="1"/>
          </p:cNvSpPr>
          <p:nvPr>
            <p:ph type="sldNum" sz="quarter" idx="12"/>
          </p:nvPr>
        </p:nvSpPr>
        <p:spPr>
          <a:xfrm>
            <a:off x="10591800" y="6356350"/>
            <a:ext cx="762000" cy="365125"/>
          </a:xfrm>
        </p:spPr>
        <p:txBody>
          <a:bodyPr vert="horz" lIns="91440" tIns="45720" rIns="91440" bIns="45720" rtlCol="0" anchor="ctr">
            <a:normAutofit/>
          </a:bodyPr>
          <a:lstStyle/>
          <a:p>
            <a:pPr>
              <a:spcAft>
                <a:spcPts val="600"/>
              </a:spcAft>
              <a:defRPr/>
            </a:pPr>
            <a:fld id="{CC85BB5F-1EAE-4028-A1B9-97806A69F1AE}" type="slidenum">
              <a:rPr lang="en-US" smtClean="0">
                <a:solidFill>
                  <a:srgbClr val="FFFFFF"/>
                </a:solidFill>
                <a:latin typeface="Calibri" panose="020F0502020204030204"/>
              </a:rPr>
              <a:pPr>
                <a:spcAft>
                  <a:spcPts val="600"/>
                </a:spcAft>
                <a:defRPr/>
              </a:pPr>
              <a:t>20</a:t>
            </a:fld>
            <a:endParaRPr lang="en-US">
              <a:solidFill>
                <a:srgbClr val="FFFFFF"/>
              </a:solidFill>
              <a:latin typeface="Calibri" panose="020F0502020204030204"/>
            </a:endParaRPr>
          </a:p>
        </p:txBody>
      </p:sp>
      <p:sp>
        <p:nvSpPr>
          <p:cNvPr id="6" name="AutoShape 2" descr="Welcome to Aotearoa">
            <a:extLst>
              <a:ext uri="{FF2B5EF4-FFF2-40B4-BE49-F238E27FC236}">
                <a16:creationId xmlns:a16="http://schemas.microsoft.com/office/drawing/2014/main" id="{33B11895-0648-6204-6491-2D055B4ADC98}"/>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NZ"/>
          </a:p>
        </p:txBody>
      </p:sp>
    </p:spTree>
    <p:extLst>
      <p:ext uri="{BB962C8B-B14F-4D97-AF65-F5344CB8AC3E}">
        <p14:creationId xmlns:p14="http://schemas.microsoft.com/office/powerpoint/2010/main" val="111941914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1193</TotalTime>
  <Words>2674</Words>
  <Application>Microsoft Office PowerPoint</Application>
  <PresentationFormat>Widescreen</PresentationFormat>
  <Paragraphs>374</Paragraphs>
  <Slides>20</Slides>
  <Notes>20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20</vt:i4>
      </vt:variant>
    </vt:vector>
  </HeadingPairs>
  <TitlesOfParts>
    <vt:vector size="26" baseType="lpstr">
      <vt:lpstr>Meiryo</vt:lpstr>
      <vt:lpstr>Aptos</vt:lpstr>
      <vt:lpstr>Aptos Display</vt:lpstr>
      <vt:lpstr>Arial</vt:lpstr>
      <vt:lpstr>Calibri</vt:lpstr>
      <vt:lpstr>Office Theme</vt:lpstr>
      <vt:lpstr> Tairawhiti Rising   </vt:lpstr>
      <vt:lpstr>Tairawhiti Rising</vt:lpstr>
      <vt:lpstr>Tairawhiti Rising</vt:lpstr>
      <vt:lpstr>Tairawhiti Rising</vt:lpstr>
      <vt:lpstr>Tairawhiti Rising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Tairawhiti Rising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lavip poutu</dc:creator>
  <cp:lastModifiedBy>lavip poutu</cp:lastModifiedBy>
  <cp:revision>1</cp:revision>
  <dcterms:created xsi:type="dcterms:W3CDTF">2026-03-27T22:04:54Z</dcterms:created>
  <dcterms:modified xsi:type="dcterms:W3CDTF">2026-04-02T00:07:31Z</dcterms:modified>
</cp:coreProperties>
</file>